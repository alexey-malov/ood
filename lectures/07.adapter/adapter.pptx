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45"/>
  </p:notesMasterIdLst>
  <p:sldIdLst>
    <p:sldId id="320" r:id="rId2"/>
    <p:sldId id="321" r:id="rId3"/>
    <p:sldId id="266" r:id="rId4"/>
    <p:sldId id="263" r:id="rId5"/>
    <p:sldId id="265" r:id="rId6"/>
    <p:sldId id="264" r:id="rId7"/>
    <p:sldId id="267" r:id="rId8"/>
    <p:sldId id="268" r:id="rId9"/>
    <p:sldId id="269" r:id="rId10"/>
    <p:sldId id="329" r:id="rId11"/>
    <p:sldId id="270" r:id="rId12"/>
    <p:sldId id="273" r:id="rId13"/>
    <p:sldId id="257" r:id="rId14"/>
    <p:sldId id="260" r:id="rId15"/>
    <p:sldId id="322" r:id="rId16"/>
    <p:sldId id="258" r:id="rId17"/>
    <p:sldId id="259" r:id="rId18"/>
    <p:sldId id="323" r:id="rId19"/>
    <p:sldId id="324" r:id="rId20"/>
    <p:sldId id="274" r:id="rId21"/>
    <p:sldId id="261" r:id="rId22"/>
    <p:sldId id="271" r:id="rId23"/>
    <p:sldId id="272" r:id="rId24"/>
    <p:sldId id="283" r:id="rId25"/>
    <p:sldId id="328" r:id="rId26"/>
    <p:sldId id="330" r:id="rId27"/>
    <p:sldId id="331" r:id="rId28"/>
    <p:sldId id="332" r:id="rId29"/>
    <p:sldId id="333" r:id="rId30"/>
    <p:sldId id="334" r:id="rId31"/>
    <p:sldId id="335" r:id="rId32"/>
    <p:sldId id="327" r:id="rId33"/>
    <p:sldId id="275" r:id="rId34"/>
    <p:sldId id="276" r:id="rId35"/>
    <p:sldId id="277" r:id="rId36"/>
    <p:sldId id="278" r:id="rId37"/>
    <p:sldId id="279" r:id="rId38"/>
    <p:sldId id="280" r:id="rId39"/>
    <p:sldId id="281" r:id="rId40"/>
    <p:sldId id="284" r:id="rId41"/>
    <p:sldId id="285" r:id="rId42"/>
    <p:sldId id="286" r:id="rId43"/>
    <p:sldId id="282" r:id="rId44"/>
  </p:sldIdLst>
  <p:sldSz cx="12192000" cy="6858000"/>
  <p:notesSz cx="6858000" cy="9144000"/>
  <p:custDataLst>
    <p:tags r:id="rId4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Знакомство с паттерном Адаптер" id="{8445D8A8-135A-4196-B9ED-A6A945FC2FF4}">
          <p14:sldIdLst>
            <p14:sldId id="320"/>
            <p14:sldId id="321"/>
            <p14:sldId id="266"/>
            <p14:sldId id="263"/>
            <p14:sldId id="265"/>
            <p14:sldId id="264"/>
            <p14:sldId id="267"/>
            <p14:sldId id="268"/>
            <p14:sldId id="269"/>
            <p14:sldId id="329"/>
          </p14:sldIdLst>
        </p14:section>
        <p14:section name="Описание паттерна и его структура" id="{E9399D02-15F7-4A83-951E-DBD01FAD0CD7}">
          <p14:sldIdLst>
            <p14:sldId id="270"/>
            <p14:sldId id="273"/>
            <p14:sldId id="257"/>
            <p14:sldId id="260"/>
            <p14:sldId id="322"/>
            <p14:sldId id="258"/>
            <p14:sldId id="259"/>
            <p14:sldId id="323"/>
            <p14:sldId id="324"/>
            <p14:sldId id="274"/>
            <p14:sldId id="261"/>
            <p14:sldId id="271"/>
            <p14:sldId id="272"/>
            <p14:sldId id="283"/>
            <p14:sldId id="328"/>
            <p14:sldId id="330"/>
            <p14:sldId id="331"/>
            <p14:sldId id="332"/>
            <p14:sldId id="333"/>
            <p14:sldId id="334"/>
            <p14:sldId id="335"/>
          </p14:sldIdLst>
        </p14:section>
        <p14:section name="Примеры использования" id="{123A3806-A8CF-4A05-88B3-1090916B3242}">
          <p14:sldIdLst>
            <p14:sldId id="327"/>
            <p14:sldId id="275"/>
            <p14:sldId id="276"/>
            <p14:sldId id="277"/>
            <p14:sldId id="278"/>
            <p14:sldId id="279"/>
            <p14:sldId id="280"/>
            <p14:sldId id="281"/>
            <p14:sldId id="284"/>
            <p14:sldId id="285"/>
            <p14:sldId id="286"/>
            <p14:sldId id="28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8E8E"/>
    <a:srgbClr val="85DFFF"/>
    <a:srgbClr val="000000"/>
    <a:srgbClr val="FFFF00"/>
    <a:srgbClr val="5DFFFF"/>
    <a:srgbClr val="00DBD6"/>
    <a:srgbClr val="8ACDE2"/>
    <a:srgbClr val="C4C4C4"/>
    <a:srgbClr val="F5B5B5"/>
    <a:srgbClr val="818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57" autoAdjust="0"/>
    <p:restoredTop sz="61017" autoAdjust="0"/>
  </p:normalViewPr>
  <p:slideViewPr>
    <p:cSldViewPr>
      <p:cViewPr varScale="1">
        <p:scale>
          <a:sx n="64" d="100"/>
          <a:sy n="64" d="100"/>
        </p:scale>
        <p:origin x="2430" y="6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gs" Target="tags/tag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3DCB6D-0B48-4A3D-B663-06C3F903A9D3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2A1285-F988-4153-B7C5-B887A86773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7361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Паттерн </a:t>
            </a:r>
            <a:r>
              <a:rPr lang="ru-RU" i="1" dirty="0"/>
              <a:t>Адаптер</a:t>
            </a:r>
            <a:r>
              <a:rPr lang="ru-RU" dirty="0"/>
              <a:t> относится к структурным паттернам проектирования.</a:t>
            </a:r>
            <a:br>
              <a:rPr lang="ru-RU" dirty="0"/>
            </a:br>
            <a:r>
              <a:rPr lang="ru-RU" dirty="0"/>
              <a:t>Его основная цель — обеспечить совместимость между классами, интерфейсы которых изначально не совпадают. Представьте себе, что у нас есть код, который работает с определённым интерфейсом. В какой-то момент мы подключаем внешнюю библиотеку, где интерфейс другой. Мы не можем менять библиотеку, а переписывать весь наш код — дорого и рискованно.</a:t>
            </a:r>
          </a:p>
          <a:p>
            <a:r>
              <a:rPr lang="ru-RU" dirty="0"/>
              <a:t>Именно тут и помогает </a:t>
            </a:r>
            <a:r>
              <a:rPr lang="ru-RU" i="1" dirty="0"/>
              <a:t>Адаптер</a:t>
            </a:r>
            <a:r>
              <a:rPr lang="ru-RU" dirty="0"/>
              <a:t>: он выступает посредником, переводчиком между двумя несовместимыми интерфейсами. Клиентский код продолжает работать с привычным интерфейсом, а адаптер внутри преобразует вызовы к новому объекту. Благодаря этому паттерну можно безболезненно интегрировать старые системы с новыми библиотеками или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28650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Чтобы понять идею, давайте посмотрим на повседневные примеры.</a:t>
            </a:r>
          </a:p>
          <a:p>
            <a:r>
              <a:rPr lang="ru-RU" dirty="0"/>
              <a:t>Адаптеры нас окружают повсюду:</a:t>
            </a:r>
          </a:p>
          <a:p>
            <a:r>
              <a:rPr lang="ru-RU" dirty="0"/>
              <a:t>Переходник для розеток, чтобы подключить европейскую вилку в американскую сеть. Кабель USB–C → HDMI — чтобы ноутбук мог подключиться к монитору с другим портом.</a:t>
            </a:r>
          </a:p>
          <a:p>
            <a:r>
              <a:rPr lang="ru-RU" dirty="0"/>
              <a:t>Программа-переводчик, которая «понимает» один язык и выдаёт результат на другом.</a:t>
            </a:r>
          </a:p>
          <a:p>
            <a:r>
              <a:rPr lang="ru-RU" dirty="0"/>
              <a:t>В каждом случае суть одна: у нас есть устройство, которое ожидает один интерфейс, а мы даём ему другой.</a:t>
            </a:r>
          </a:p>
          <a:p>
            <a:r>
              <a:rPr lang="ru-RU" dirty="0"/>
              <a:t>В программировании паттерн </a:t>
            </a:r>
            <a:r>
              <a:rPr lang="ru-RU" i="1" dirty="0"/>
              <a:t>Адаптер</a:t>
            </a:r>
            <a:r>
              <a:rPr lang="ru-RU" dirty="0"/>
              <a:t> делает ровно то же самое: соединяет «разные миры», чтобы они могли взаимодействовать, не изменяя друг друга.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80923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Изначально у нас была стабильная система, она работала с конкретной библиотекой, интерфейс которой нам подходил.</a:t>
            </a:r>
            <a:br>
              <a:rPr lang="ru-RU" dirty="0"/>
            </a:br>
            <a:r>
              <a:rPr lang="ru-RU" dirty="0"/>
              <a:t>Всё было хорошо — пока библиотеку не обновили.</a:t>
            </a:r>
          </a:p>
          <a:p>
            <a:r>
              <a:rPr lang="ru-RU" dirty="0"/>
              <a:t>После обновления интерфейс изменился: методы были переименованы, параметры изменены, и теперь наш код больше не компилируется.</a:t>
            </a:r>
          </a:p>
          <a:p>
            <a:r>
              <a:rPr lang="ru-RU" dirty="0"/>
              <a:t>Такая ситуация типична в промышленной разработке: внешние зависимости меняются, а мы не всегда можем подстроить под них весь проект.</a:t>
            </a:r>
          </a:p>
          <a:p>
            <a:r>
              <a:rPr lang="ru-RU" dirty="0"/>
              <a:t>С этого момента у нас возникает классическая задача для паттерна </a:t>
            </a:r>
            <a:r>
              <a:rPr lang="ru-RU" i="1" dirty="0"/>
              <a:t>Адаптер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90143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 обновления мы сталкиваемся с несовместимостью.</a:t>
            </a:r>
          </a:p>
          <a:p>
            <a:r>
              <a:rPr lang="ru-RU" dirty="0"/>
              <a:t>Интерфейсы классов в новой версии отличаются от тех, для которых мы писали код.</a:t>
            </a:r>
            <a:br>
              <a:rPr lang="ru-RU" dirty="0"/>
            </a:br>
            <a:r>
              <a:rPr lang="ru-RU" dirty="0"/>
              <a:t>В результате система просто перестаёт работать.</a:t>
            </a:r>
          </a:p>
          <a:p>
            <a:r>
              <a:rPr lang="ru-RU" dirty="0"/>
              <a:t>Что особенно неприятно — код внешней библиотеки закрыт, мы не можем его изменить.</a:t>
            </a:r>
            <a:br>
              <a:rPr lang="ru-RU" dirty="0"/>
            </a:br>
            <a:r>
              <a:rPr lang="ru-RU" dirty="0"/>
              <a:t>Мы вынуждены искать обходной путь.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95998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Первый вариант, который приходит в голову — просто переписать систему, чтобы она работала с новым интерфейсом.</a:t>
            </a:r>
          </a:p>
          <a:p>
            <a:r>
              <a:rPr lang="ru-RU" dirty="0"/>
              <a:t>Но это плохое решение. Почему? Потому что изменение интерфейса библиотеки может повторяться.</a:t>
            </a:r>
            <a:br>
              <a:rPr lang="ru-RU" dirty="0"/>
            </a:br>
            <a:r>
              <a:rPr lang="ru-RU" dirty="0"/>
              <a:t>Сегодня вы переписали код, а завтра выйдет новая версия, и всё придётся начинать заново. Это трудозатратно, дорого и создаёт массу рисков.</a:t>
            </a:r>
            <a:br>
              <a:rPr lang="ru-RU" dirty="0"/>
            </a:br>
            <a:r>
              <a:rPr lang="ru-RU" dirty="0"/>
              <a:t>Особенно если код большой или задействован в критических частях системы. Поэтому нам нужно решение, которое позволит сохранить старый код, но подружить его с новым интерфейсом. И таким решением становится </a:t>
            </a:r>
            <a:r>
              <a:rPr lang="ru-RU" i="1" dirty="0"/>
              <a:t>Адаптер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8091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Мы создаём специальный класс — адаптер. Этот класс реализует старый интерфейс, к которому привык наш код. Но внутри он вызывает методы нового объекта, у которого интерфейс другой. Таким образом, адаптер «переводит» запросы клиента в формат, который понимает новый класс.</a:t>
            </a:r>
          </a:p>
          <a:p>
            <a:endParaRPr lang="ru-RU" dirty="0"/>
          </a:p>
          <a:p>
            <a:r>
              <a:rPr lang="ru-RU" dirty="0"/>
              <a:t>С точки зрения клиента ничего не меняется — он продолжает использовать привычные методы. А внутри адаптер берёт на себя всю работу по преобразованию вызовов. Это и есть суть паттерна </a:t>
            </a:r>
            <a:r>
              <a:rPr lang="ru-RU" i="1" dirty="0"/>
              <a:t>Адаптер</a:t>
            </a:r>
            <a:r>
              <a:rPr lang="ru-RU" dirty="0"/>
              <a:t>: отделить клиента от изменений внешнего интерфейса.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82530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Чтобы понять принцип работы адаптера, рассмотрим забавный пример с утками и индюшками.</a:t>
            </a:r>
          </a:p>
          <a:p>
            <a:r>
              <a:rPr lang="ru-RU" dirty="0"/>
              <a:t>У нас есть интерфейс </a:t>
            </a:r>
            <a:r>
              <a:rPr lang="ru-RU" i="1" dirty="0" err="1"/>
              <a:t>IDuck</a:t>
            </a:r>
            <a:r>
              <a:rPr lang="ru-RU" dirty="0"/>
              <a:t> — он определяет методы </a:t>
            </a:r>
            <a:r>
              <a:rPr lang="ru-RU" i="1" dirty="0" err="1"/>
              <a:t>Quack</a:t>
            </a:r>
            <a:r>
              <a:rPr lang="ru-RU" i="1" dirty="0"/>
              <a:t>()</a:t>
            </a:r>
            <a:r>
              <a:rPr lang="ru-RU" dirty="0"/>
              <a:t> и </a:t>
            </a:r>
            <a:r>
              <a:rPr lang="ru-RU" i="1" dirty="0" err="1"/>
              <a:t>Fly</a:t>
            </a:r>
            <a:r>
              <a:rPr lang="ru-RU" i="1" dirty="0"/>
              <a:t>()</a:t>
            </a:r>
            <a:r>
              <a:rPr lang="ru-RU" dirty="0"/>
              <a:t>. Есть реализация — </a:t>
            </a:r>
            <a:r>
              <a:rPr lang="ru-RU" i="1" dirty="0" err="1"/>
              <a:t>MallardDuck</a:t>
            </a:r>
            <a:r>
              <a:rPr lang="ru-RU" dirty="0"/>
              <a:t>, которая умеет и крякать, и летать.</a:t>
            </a:r>
          </a:p>
          <a:p>
            <a:r>
              <a:rPr lang="ru-RU" dirty="0"/>
              <a:t>Есть и другой интерфейс — </a:t>
            </a:r>
            <a:r>
              <a:rPr lang="ru-RU" i="1" dirty="0" err="1"/>
              <a:t>ITurkey</a:t>
            </a:r>
            <a:r>
              <a:rPr lang="ru-RU" dirty="0"/>
              <a:t>, в котором методы </a:t>
            </a:r>
            <a:r>
              <a:rPr lang="ru-RU" i="1" dirty="0" err="1"/>
              <a:t>Gobble</a:t>
            </a:r>
            <a:r>
              <a:rPr lang="ru-RU" i="1" dirty="0"/>
              <a:t>()</a:t>
            </a:r>
            <a:r>
              <a:rPr lang="ru-RU" dirty="0"/>
              <a:t> и </a:t>
            </a:r>
            <a:r>
              <a:rPr lang="ru-RU" i="1" dirty="0" err="1"/>
              <a:t>Fly</a:t>
            </a:r>
            <a:r>
              <a:rPr lang="ru-RU" i="1" dirty="0"/>
              <a:t>()</a:t>
            </a:r>
            <a:r>
              <a:rPr lang="ru-RU" dirty="0"/>
              <a:t>. Но индюшка летает на короткие дистанции, «курлыкает», а не «крякает».</a:t>
            </a:r>
          </a:p>
          <a:p>
            <a:r>
              <a:rPr lang="ru-RU" dirty="0"/>
              <a:t>Клиентский код умеет работать только с утками.</a:t>
            </a:r>
            <a:br>
              <a:rPr lang="ru-RU" dirty="0"/>
            </a:br>
            <a:r>
              <a:rPr lang="ru-RU" dirty="0"/>
              <a:t>Если мы попытаемся передать туда индюшку, ничего не получится — у неё другой интерфейс.</a:t>
            </a:r>
          </a:p>
          <a:p>
            <a:r>
              <a:rPr lang="ru-RU" dirty="0"/>
              <a:t>Наша задача — заставить индюшку вести себя как утка, не изменяя ни утку, ни индюшку.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07539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Вот решение. Мы создаём класс </a:t>
            </a:r>
            <a:r>
              <a:rPr lang="ru-RU" i="1" dirty="0" err="1"/>
              <a:t>TurkeyToDuckAdapter</a:t>
            </a:r>
            <a:r>
              <a:rPr lang="ru-RU" dirty="0"/>
              <a:t>, который реализует интерфейс </a:t>
            </a:r>
            <a:r>
              <a:rPr lang="ru-RU" i="1" dirty="0" err="1"/>
              <a:t>IDuck</a:t>
            </a:r>
            <a:r>
              <a:rPr lang="ru-RU" dirty="0"/>
              <a:t>, но внутри хранит ссылку на объект </a:t>
            </a:r>
            <a:r>
              <a:rPr lang="ru-RU" i="1" dirty="0" err="1"/>
              <a:t>ITurkey</a:t>
            </a:r>
            <a:r>
              <a:rPr lang="ru-RU" dirty="0"/>
              <a:t>.</a:t>
            </a:r>
          </a:p>
          <a:p>
            <a:r>
              <a:rPr lang="ru-RU" dirty="0"/>
              <a:t>Когда клиент вызывает </a:t>
            </a:r>
            <a:r>
              <a:rPr lang="ru-RU" i="1" dirty="0" err="1"/>
              <a:t>Quack</a:t>
            </a:r>
            <a:r>
              <a:rPr lang="ru-RU" i="1" dirty="0"/>
              <a:t>()</a:t>
            </a:r>
            <a:r>
              <a:rPr lang="ru-RU" dirty="0"/>
              <a:t>, адаптер просто делегирует вызов </a:t>
            </a:r>
            <a:r>
              <a:rPr lang="ru-RU" i="1" dirty="0" err="1"/>
              <a:t>Gobble</a:t>
            </a:r>
            <a:r>
              <a:rPr lang="ru-RU" i="1" dirty="0"/>
              <a:t>()</a:t>
            </a:r>
            <a:r>
              <a:rPr lang="ru-RU" dirty="0"/>
              <a:t> — ведь это аналог «кряка».</a:t>
            </a:r>
            <a:br>
              <a:rPr lang="ru-RU" dirty="0"/>
            </a:br>
            <a:r>
              <a:rPr lang="ru-RU" dirty="0"/>
              <a:t>А когда клиент просит </a:t>
            </a:r>
            <a:r>
              <a:rPr lang="ru-RU" i="1" dirty="0" err="1"/>
              <a:t>Fly</a:t>
            </a:r>
            <a:r>
              <a:rPr lang="ru-RU" i="1" dirty="0"/>
              <a:t>()</a:t>
            </a:r>
            <a:r>
              <a:rPr lang="ru-RU" dirty="0"/>
              <a:t>, адаптер несколько раз вызывает </a:t>
            </a:r>
            <a:r>
              <a:rPr lang="ru-RU" i="1" dirty="0" err="1"/>
              <a:t>Fly</a:t>
            </a:r>
            <a:r>
              <a:rPr lang="ru-RU" i="1" dirty="0"/>
              <a:t>()</a:t>
            </a:r>
            <a:r>
              <a:rPr lang="ru-RU" dirty="0"/>
              <a:t> индюшки, имитируя дальний полёт.</a:t>
            </a:r>
          </a:p>
          <a:p>
            <a:r>
              <a:rPr lang="ru-RU" dirty="0"/>
              <a:t>В результате клиентский код остаётся неизменным, но работает и с утками, и с индюшками — через один интерфейс.</a:t>
            </a:r>
          </a:p>
          <a:p>
            <a:r>
              <a:rPr lang="ru-RU" dirty="0"/>
              <a:t>Это и есть наглядный пример адаптации несовместимых интерфейсов без изменения исходных классов.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48436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Проверим, как это работает.</a:t>
            </a:r>
            <a:br>
              <a:rPr lang="ru-RU" dirty="0"/>
            </a:br>
            <a:r>
              <a:rPr lang="ru-RU" dirty="0"/>
              <a:t>Мы создаём обычную утку и вызываем функцию </a:t>
            </a:r>
            <a:r>
              <a:rPr lang="ru-RU" i="1" dirty="0" err="1"/>
              <a:t>TestDuck</a:t>
            </a:r>
            <a:r>
              <a:rPr lang="ru-RU" dirty="0"/>
              <a:t>, которая работает только с интерфейсом </a:t>
            </a:r>
            <a:r>
              <a:rPr lang="ru-RU" i="1" dirty="0" err="1"/>
              <a:t>IDuck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Всё отлично — утка крякает и летает.</a:t>
            </a:r>
          </a:p>
          <a:p>
            <a:r>
              <a:rPr lang="ru-RU" dirty="0"/>
              <a:t>Теперь создаём индюшку и оборачиваем её в адаптер.</a:t>
            </a:r>
            <a:br>
              <a:rPr lang="ru-RU" dirty="0"/>
            </a:br>
            <a:r>
              <a:rPr lang="ru-RU" dirty="0"/>
              <a:t>Вызываем ту же функцию </a:t>
            </a:r>
            <a:r>
              <a:rPr lang="ru-RU" i="1" dirty="0" err="1"/>
              <a:t>TestDuck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И, как видим, индюшка тоже «крякает» и «летает» — хотя на самом деле это вызовы к её методам </a:t>
            </a:r>
            <a:r>
              <a:rPr lang="ru-RU" i="1" dirty="0" err="1"/>
              <a:t>Gobble</a:t>
            </a:r>
            <a:r>
              <a:rPr lang="ru-RU" i="1" dirty="0"/>
              <a:t>()</a:t>
            </a:r>
            <a:r>
              <a:rPr lang="ru-RU" dirty="0"/>
              <a:t> и </a:t>
            </a:r>
            <a:r>
              <a:rPr lang="ru-RU" i="1" dirty="0" err="1"/>
              <a:t>Fly</a:t>
            </a:r>
            <a:r>
              <a:rPr lang="ru-RU" i="1" dirty="0"/>
              <a:t>()</a:t>
            </a:r>
            <a:r>
              <a:rPr lang="ru-RU" dirty="0"/>
              <a:t>.</a:t>
            </a:r>
          </a:p>
          <a:p>
            <a:r>
              <a:rPr lang="ru-RU" dirty="0"/>
              <a:t>Клиентский код при этом даже не знает, что перед ним не утка, а адаптер.</a:t>
            </a:r>
          </a:p>
          <a:p>
            <a:r>
              <a:rPr lang="ru-RU" dirty="0"/>
              <a:t>Мы добились совместимости без изменения ни одной строки старого кода.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32937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показано, как взаимодействуют объекты внутри паттерна.</a:t>
            </a:r>
          </a:p>
          <a:p>
            <a:r>
              <a:rPr lang="ru-RU" dirty="0"/>
              <a:t>У нас есть три участника:</a:t>
            </a:r>
          </a:p>
          <a:p>
            <a:r>
              <a:rPr lang="ru-RU" b="1" dirty="0"/>
              <a:t>Клиент</a:t>
            </a:r>
            <a:r>
              <a:rPr lang="ru-RU" dirty="0"/>
              <a:t> — код, который вызывает методы целевого интерфейса.</a:t>
            </a:r>
          </a:p>
          <a:p>
            <a:r>
              <a:rPr lang="ru-RU" b="1" dirty="0"/>
              <a:t>Адаптер</a:t>
            </a:r>
            <a:r>
              <a:rPr lang="ru-RU" dirty="0"/>
              <a:t> — реализует целевой интерфейс и хранит ссылку на адаптируемый объект.</a:t>
            </a:r>
          </a:p>
          <a:p>
            <a:r>
              <a:rPr lang="ru-RU" b="1" dirty="0"/>
              <a:t>Адаптируемый объект</a:t>
            </a:r>
            <a:r>
              <a:rPr lang="ru-RU" dirty="0"/>
              <a:t> — тот самый класс, чей интерфейс несовместим.</a:t>
            </a:r>
          </a:p>
          <a:p>
            <a:r>
              <a:rPr lang="ru-RU" dirty="0"/>
              <a:t>Клиент вызывает метод адаптера, не подозревая, что внутри происходит переадресация.</a:t>
            </a:r>
          </a:p>
          <a:p>
            <a:r>
              <a:rPr lang="ru-RU" dirty="0"/>
              <a:t>Адаптер получает вызов, преобразует его и передаёт адаптируемому объекту.</a:t>
            </a:r>
            <a:br>
              <a:rPr lang="ru-RU" dirty="0"/>
            </a:br>
            <a:r>
              <a:rPr lang="ru-RU" dirty="0"/>
              <a:t>Результат возвращается клиенту — и всё работает как будто клиент взаимодействовал с </a:t>
            </a:r>
            <a:r>
              <a:rPr lang="ru-RU" dirty="0" err="1"/>
              <a:t>адаптимуемым</a:t>
            </a:r>
            <a:r>
              <a:rPr lang="ru-RU" dirty="0"/>
              <a:t> объектом напрямую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62235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Итак, кратко:</a:t>
            </a:r>
          </a:p>
          <a:p>
            <a:r>
              <a:rPr lang="ru-RU" dirty="0"/>
              <a:t>Паттерн </a:t>
            </a:r>
            <a:r>
              <a:rPr lang="ru-RU" i="1" dirty="0"/>
              <a:t>Адаптер</a:t>
            </a:r>
            <a:r>
              <a:rPr lang="ru-RU" dirty="0"/>
              <a:t> преобразует интерфейс одного класса в интерфейс другого.</a:t>
            </a:r>
            <a:br>
              <a:rPr lang="ru-RU" dirty="0"/>
            </a:br>
            <a:r>
              <a:rPr lang="ru-RU" dirty="0"/>
              <a:t>Он позволяет использовать несовместимые классы совместно, не изменяя их код.</a:t>
            </a:r>
          </a:p>
          <a:p>
            <a:r>
              <a:rPr lang="ru-RU" dirty="0"/>
              <a:t>Ещё одно важное преимущество — защита клиентского кода от изменений.</a:t>
            </a:r>
            <a:br>
              <a:rPr lang="ru-RU" dirty="0"/>
            </a:br>
            <a:r>
              <a:rPr lang="ru-RU" dirty="0"/>
              <a:t>Даже если внешний интерфейс изменится, мы просто обновим адаптер, а весь остальной код останется прежним.</a:t>
            </a:r>
          </a:p>
          <a:p>
            <a:r>
              <a:rPr lang="ru-RU" dirty="0"/>
              <a:t>Это делает систему более устойчивой к изменениям зависимостей и снижает стоимость поддержки.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01524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этой диаграмме показана структура паттерна.</a:t>
            </a:r>
            <a:br>
              <a:rPr lang="ru-RU" dirty="0"/>
            </a:br>
            <a:r>
              <a:rPr lang="ru-RU" dirty="0"/>
              <a:t>Клиент работает только с интерфейсом </a:t>
            </a:r>
            <a:r>
              <a:rPr lang="ru-RU" i="1" dirty="0"/>
              <a:t>Target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Адаптер реализует этот интерфейс и ссылается на объект </a:t>
            </a:r>
            <a:r>
              <a:rPr lang="ru-RU" i="1" dirty="0" err="1"/>
              <a:t>Adaptee</a:t>
            </a:r>
            <a:r>
              <a:rPr lang="ru-RU" dirty="0"/>
              <a:t>.</a:t>
            </a:r>
          </a:p>
          <a:p>
            <a:r>
              <a:rPr lang="ru-RU" dirty="0"/>
              <a:t>Все вызовы клиента перенаправляются в адаптируемый объект.</a:t>
            </a:r>
            <a:br>
              <a:rPr lang="ru-RU" dirty="0"/>
            </a:br>
            <a:r>
              <a:rPr lang="ru-RU" dirty="0"/>
              <a:t>Благодаря этому мы можем подменить реализацию, не изменяя интерфейс.</a:t>
            </a:r>
          </a:p>
          <a:p>
            <a:r>
              <a:rPr lang="ru-RU" dirty="0"/>
              <a:t>Такой подход активно используется, например, при интеграции с внешними системами, API и библиотеками.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92745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11858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34022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Вторая реализация — через наследование.</a:t>
            </a:r>
          </a:p>
          <a:p>
            <a:r>
              <a:rPr lang="ru-RU" dirty="0"/>
              <a:t>В этом случае адаптер реализует </a:t>
            </a:r>
            <a:r>
              <a:rPr lang="en-US" i="1" dirty="0"/>
              <a:t>Target</a:t>
            </a:r>
            <a:r>
              <a:rPr lang="en-US" dirty="0"/>
              <a:t> </a:t>
            </a:r>
            <a:r>
              <a:rPr lang="ru-RU" dirty="0"/>
              <a:t>и наследуется от </a:t>
            </a:r>
            <a:r>
              <a:rPr lang="ru-RU" i="1" dirty="0" err="1"/>
              <a:t>Adaptee</a:t>
            </a:r>
            <a:r>
              <a:rPr lang="ru-RU" dirty="0"/>
              <a:t>.</a:t>
            </a:r>
            <a:br>
              <a:rPr lang="ru-RU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57551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61652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4653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42050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Паттерн </a:t>
            </a:r>
            <a:r>
              <a:rPr lang="ru-RU" i="1" dirty="0"/>
              <a:t>Адаптер</a:t>
            </a:r>
            <a:r>
              <a:rPr lang="ru-RU" dirty="0"/>
              <a:t> стоит использовать, когда:</a:t>
            </a:r>
          </a:p>
          <a:p>
            <a:r>
              <a:rPr lang="ru-RU" dirty="0"/>
              <a:t>Нужно заставить старый код работать с новым интерфейсом.</a:t>
            </a:r>
          </a:p>
          <a:p>
            <a:r>
              <a:rPr lang="ru-RU" dirty="0"/>
              <a:t>Мы не можем менять исходный код библиотеки или клиента.</a:t>
            </a:r>
          </a:p>
          <a:p>
            <a:r>
              <a:rPr lang="ru-RU" dirty="0"/>
              <a:t>Интерфейсы несовместимы, но по смыслу делают одно и то же.</a:t>
            </a:r>
          </a:p>
          <a:p>
            <a:r>
              <a:rPr lang="ru-RU" dirty="0"/>
              <a:t>Всё взаимодействие с внешним API сосредоточено внутри адаптера, и клиенту не важно, как именно происходит вызов.</a:t>
            </a:r>
          </a:p>
          <a:p>
            <a:r>
              <a:rPr lang="ru-RU" dirty="0"/>
              <a:t>Это значительно упрощает интеграцию и тестирование.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66315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6056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31440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Часто </a:t>
            </a:r>
            <a:r>
              <a:rPr lang="ru-RU" i="1" dirty="0"/>
              <a:t>Адаптер</a:t>
            </a:r>
            <a:r>
              <a:rPr lang="ru-RU" dirty="0"/>
              <a:t> путают с </a:t>
            </a:r>
            <a:r>
              <a:rPr lang="ru-RU" i="1" dirty="0"/>
              <a:t>Декоратором</a:t>
            </a:r>
            <a:r>
              <a:rPr lang="ru-RU" dirty="0"/>
              <a:t>, потому что оба оборачивают объект.</a:t>
            </a:r>
          </a:p>
          <a:p>
            <a:r>
              <a:rPr lang="ru-RU" dirty="0"/>
              <a:t>Но разница принципиальная:</a:t>
            </a:r>
          </a:p>
          <a:p>
            <a:r>
              <a:rPr lang="ru-RU" b="1" dirty="0"/>
              <a:t>Декоратор</a:t>
            </a:r>
            <a:r>
              <a:rPr lang="ru-RU" dirty="0"/>
              <a:t> не меняет интерфейс, а лишь добавляет новое поведение.</a:t>
            </a:r>
          </a:p>
          <a:p>
            <a:r>
              <a:rPr lang="ru-RU" b="1" dirty="0"/>
              <a:t>Адаптер</a:t>
            </a:r>
            <a:r>
              <a:rPr lang="ru-RU" dirty="0"/>
              <a:t>, наоборот, изменяет интерфейс, чтобы старый код мог работать с новым объектом.</a:t>
            </a:r>
          </a:p>
          <a:p>
            <a:r>
              <a:rPr lang="ru-RU" dirty="0"/>
              <a:t>Если нужно добавить фичу — используем </a:t>
            </a:r>
            <a:r>
              <a:rPr lang="ru-RU" i="1" dirty="0"/>
              <a:t>Декоратор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Если нужно «перевести язык» между объектами — используем </a:t>
            </a:r>
            <a:r>
              <a:rPr lang="ru-RU" i="1" dirty="0"/>
              <a:t>Адаптер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8158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66139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классическом паттерне «Адаптер» мы подгоняем интерфейс объекта под другой.</a:t>
            </a:r>
          </a:p>
          <a:p>
            <a:r>
              <a:rPr lang="ru-RU" dirty="0"/>
              <a:t>Но в функциональном стиле интерфейс — это сама функция.</a:t>
            </a:r>
            <a:br>
              <a:rPr lang="ru-RU" dirty="0"/>
            </a:br>
            <a:r>
              <a:rPr lang="ru-RU" dirty="0"/>
              <a:t>И адаптер — это просто </a:t>
            </a:r>
            <a:r>
              <a:rPr lang="ru-RU" b="1" dirty="0"/>
              <a:t>функция, принимающая функцию и возвращающая функцию</a:t>
            </a:r>
            <a:r>
              <a:rPr lang="ru-RU" dirty="0"/>
              <a:t>.</a:t>
            </a:r>
          </a:p>
          <a:p>
            <a:r>
              <a:rPr lang="ru-RU" dirty="0"/>
              <a:t>Такой подход нужен, когда у нас уже есть готовая функция,</a:t>
            </a:r>
            <a:br>
              <a:rPr lang="ru-RU" dirty="0"/>
            </a:br>
            <a:r>
              <a:rPr lang="ru-RU" dirty="0"/>
              <a:t>но её сигнатура не совпадает с той, которую ожидает клиент.</a:t>
            </a:r>
          </a:p>
          <a:p>
            <a:r>
              <a:rPr lang="ru-RU" dirty="0"/>
              <a:t>Вместо того чтобы переписывать исходную функцию,</a:t>
            </a:r>
            <a:br>
              <a:rPr lang="ru-RU" dirty="0"/>
            </a:br>
            <a:r>
              <a:rPr lang="ru-RU" dirty="0"/>
              <a:t>мы создаём адаптер, который изменяет сигнатуру:</a:t>
            </a:r>
            <a:br>
              <a:rPr lang="ru-RU" dirty="0"/>
            </a:br>
            <a:r>
              <a:rPr lang="ru-RU" dirty="0"/>
              <a:t>переставляет аргументы, добавляет значения по умолчанию,</a:t>
            </a:r>
            <a:br>
              <a:rPr lang="ru-RU" dirty="0"/>
            </a:br>
            <a:r>
              <a:rPr lang="ru-RU" dirty="0"/>
              <a:t>оборачивает результат и т. д.</a:t>
            </a:r>
          </a:p>
          <a:p>
            <a:r>
              <a:rPr lang="ru-RU" dirty="0"/>
              <a:t>Это особенно полезно в системах обратных вызовов, асинхронных API и функциональных конвейерах.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7358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у нас есть старая функция, которая принимает объект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}</a:t>
            </a:r>
            <a:r>
              <a:rPr lang="ru-RU" dirty="0"/>
              <a:t>,</a:t>
            </a:r>
            <a:br>
              <a:rPr lang="ru-RU" dirty="0"/>
            </a:br>
            <a:r>
              <a:rPr lang="ru-RU" dirty="0"/>
              <a:t>а клиент ожидает простую строку.</a:t>
            </a:r>
          </a:p>
          <a:p>
            <a:r>
              <a:rPr lang="ru-RU" dirty="0"/>
              <a:t>Вместо того чтобы менять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legacyHandler</a:t>
            </a:r>
            <a:r>
              <a:rPr lang="ru-RU" dirty="0"/>
              <a:t>, мы создаём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adaptHandler</a:t>
            </a:r>
            <a:r>
              <a:rPr lang="ru-RU" dirty="0"/>
              <a:t>,</a:t>
            </a:r>
            <a:br>
              <a:rPr lang="ru-RU" dirty="0"/>
            </a:br>
            <a:r>
              <a:rPr lang="ru-RU" dirty="0"/>
              <a:t>который преобразует формат входных данных:</a:t>
            </a:r>
            <a:br>
              <a:rPr lang="ru-RU" dirty="0"/>
            </a:br>
            <a:r>
              <a:rPr lang="ru-RU" dirty="0"/>
              <a:t>принимает строку, а внутри вызывает оригинальную функцию с объектом.</a:t>
            </a:r>
          </a:p>
          <a:p>
            <a:r>
              <a:rPr lang="ru-RU" dirty="0"/>
              <a:t>Таким образом, адаптер </a:t>
            </a:r>
            <a:r>
              <a:rPr lang="ru-RU" i="1" dirty="0"/>
              <a:t>переводит протокол вызова одной функции в формат другой</a:t>
            </a:r>
            <a:r>
              <a:rPr lang="ru-RU" dirty="0"/>
              <a:t>.</a:t>
            </a:r>
          </a:p>
          <a:p>
            <a:r>
              <a:rPr lang="ru-RU" dirty="0"/>
              <a:t>Это самый простой и наглядный пример функционального адаптера.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993389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Этот пример показывает реалистичную ситуацию — когда в старом API функции работали синхронно,</a:t>
            </a:r>
            <a:br>
              <a:rPr lang="ru-RU" dirty="0"/>
            </a:br>
            <a:r>
              <a:rPr lang="ru-RU" dirty="0"/>
              <a:t>а в новой архитектуре всё становится асинхронным. Например, библиотека теперь использует промисы,</a:t>
            </a:r>
            <a:br>
              <a:rPr lang="ru-RU" dirty="0"/>
            </a:br>
            <a:r>
              <a:rPr lang="ru-RU" dirty="0"/>
              <a:t>а наш старый код возвращает значения напрямую.</a:t>
            </a:r>
          </a:p>
          <a:p>
            <a:r>
              <a:rPr lang="ru-RU" dirty="0"/>
              <a:t>Вместо переписывания старых функций мы пишем функциональный адаптер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adaptApi</a:t>
            </a:r>
            <a:r>
              <a:rPr lang="ru-RU" dirty="0"/>
              <a:t>, который принимает синхронную функцию и возвращает асинхронную версию. Адаптер просто оборачивает вызов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async</a:t>
            </a:r>
            <a:r>
              <a:rPr lang="ru-RU" dirty="0"/>
              <a:t>-функцию.</a:t>
            </a:r>
            <a:br>
              <a:rPr lang="ru-RU" dirty="0"/>
            </a:br>
            <a:r>
              <a:rPr lang="ru-RU" dirty="0"/>
              <a:t>Для клиента интерфейс теперь единообразен: все функции возвращают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, независимо от того, что под капотом.</a:t>
            </a:r>
          </a:p>
          <a:p>
            <a:r>
              <a:rPr lang="ru-RU" dirty="0"/>
              <a:t>Это один из самых распространённых примеров функциональной адаптации: «поднять» старый синхронный интерфейс до современного асинхронного контракта.</a:t>
            </a:r>
          </a:p>
          <a:p>
            <a:r>
              <a:rPr lang="ru-RU" dirty="0"/>
              <a:t>Такой подход часто используется при миграции API, интеграции старых библиотек или при переходе от </a:t>
            </a:r>
            <a:r>
              <a:rPr lang="ru-RU" dirty="0" err="1"/>
              <a:t>callback</a:t>
            </a:r>
            <a:r>
              <a:rPr lang="ru-RU" dirty="0"/>
              <a:t>-модели 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async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15531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C++ мы можем использовать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function</a:t>
            </a:r>
            <a:r>
              <a:rPr lang="ru-RU" dirty="0"/>
              <a:t> и лямбды,</a:t>
            </a:r>
            <a:br>
              <a:rPr lang="ru-RU" dirty="0"/>
            </a:br>
            <a:r>
              <a:rPr lang="ru-RU" dirty="0"/>
              <a:t>чтобы выразить тот же приём: функция, возвращающая функцию.</a:t>
            </a:r>
          </a:p>
          <a:p>
            <a:r>
              <a:rPr lang="ru-RU" dirty="0"/>
              <a:t>Здесь исходная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LegacyHandler</a:t>
            </a:r>
            <a:r>
              <a:rPr lang="ru-RU" dirty="0"/>
              <a:t> принимает имя и идентификатор,</a:t>
            </a:r>
            <a:br>
              <a:rPr lang="ru-RU" dirty="0"/>
            </a:br>
            <a:r>
              <a:rPr lang="ru-RU" dirty="0"/>
              <a:t>а новая версия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NewHandler</a:t>
            </a:r>
            <a:r>
              <a:rPr lang="ru-RU" dirty="0"/>
              <a:t> должна принимать только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</a:t>
            </a:r>
            <a:r>
              <a:rPr lang="ru-RU" dirty="0"/>
              <a:t>.</a:t>
            </a:r>
          </a:p>
          <a:p>
            <a:r>
              <a:rPr lang="ru-RU" dirty="0"/>
              <a:t>Мы создаём адаптер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adaptHandler</a:t>
            </a:r>
            <a:r>
              <a:rPr lang="ru-RU" dirty="0"/>
              <a:t>, который «фиксирует» имя в замыкании</a:t>
            </a:r>
            <a:br>
              <a:rPr lang="ru-RU" dirty="0"/>
            </a:br>
            <a:r>
              <a:rPr lang="ru-RU" dirty="0"/>
              <a:t>и возвращает новую функцию, соответствующую новому интерфейсу.</a:t>
            </a:r>
          </a:p>
          <a:p>
            <a:r>
              <a:rPr lang="ru-RU" dirty="0"/>
              <a:t>Это классический функциональный приём — частичное применение.</a:t>
            </a:r>
            <a:br>
              <a:rPr lang="ru-RU" dirty="0"/>
            </a:br>
            <a:r>
              <a:rPr lang="ru-RU" dirty="0"/>
              <a:t>И он идеально выполняет роль адаптера между несовместимыми функциями.</a:t>
            </a:r>
          </a:p>
          <a:p>
            <a:r>
              <a:rPr lang="ru-RU" dirty="0"/>
              <a:t>Такой подход делает код гибким, и его можно использовать даже в чисто функциональных сценариях без классов.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345496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реальных системах функциональные адаптеры встречаются повсюду:</a:t>
            </a:r>
          </a:p>
          <a:p>
            <a:r>
              <a:rPr lang="ru-RU" dirty="0"/>
              <a:t>когда вы оборачиваете </a:t>
            </a:r>
            <a:r>
              <a:rPr lang="ru-RU" dirty="0" err="1"/>
              <a:t>callback</a:t>
            </a:r>
            <a:r>
              <a:rPr lang="ru-RU" dirty="0"/>
              <a:t> в </a:t>
            </a:r>
            <a:r>
              <a:rPr lang="ru-RU" dirty="0" err="1"/>
              <a:t>Promise</a:t>
            </a:r>
            <a:r>
              <a:rPr lang="ru-RU" dirty="0"/>
              <a:t> — это адаптер;</a:t>
            </a:r>
          </a:p>
          <a:p>
            <a:r>
              <a:rPr lang="ru-RU" dirty="0"/>
              <a:t>когда пишете обёртку для API с другой сигнатурой — это адаптер;</a:t>
            </a:r>
          </a:p>
          <a:p>
            <a:r>
              <a:rPr lang="ru-RU" dirty="0"/>
              <a:t>когда подготавливаете параметры заранее (частичное применение) — тоже адаптер.</a:t>
            </a:r>
          </a:p>
          <a:p>
            <a:r>
              <a:rPr lang="ru-RU" dirty="0"/>
              <a:t>Всё это примеры преобразования функций с одним интерфейсом к другому.</a:t>
            </a:r>
          </a:p>
          <a:p>
            <a:r>
              <a:rPr lang="ru-RU" dirty="0"/>
              <a:t>Паттерн остаётся тем же: мы не меняем исходный код,</a:t>
            </a:r>
            <a:br>
              <a:rPr lang="ru-RU" dirty="0"/>
            </a:br>
            <a:r>
              <a:rPr lang="ru-RU" dirty="0"/>
              <a:t>а создаём прослойку, которая делает интерфейсы совместимыми.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56722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Таким образом, функциональный адаптер — это способ выразить ту же идею,</a:t>
            </a:r>
            <a:br>
              <a:rPr lang="ru-RU" dirty="0"/>
            </a:br>
            <a:r>
              <a:rPr lang="ru-RU" dirty="0"/>
              <a:t>что и в объектно-ориентированном паттерне, но средствами функционального программирования.</a:t>
            </a:r>
          </a:p>
          <a:p>
            <a:r>
              <a:rPr lang="ru-RU" dirty="0"/>
              <a:t>Важно не форма (класс или функция),</a:t>
            </a:r>
            <a:br>
              <a:rPr lang="ru-RU" dirty="0"/>
            </a:br>
            <a:r>
              <a:rPr lang="ru-RU" dirty="0"/>
              <a:t>а суть — </a:t>
            </a:r>
            <a:r>
              <a:rPr lang="ru-RU" i="1" dirty="0"/>
              <a:t>инкапсулировать различия между интерфейсами</a:t>
            </a:r>
            <a:r>
              <a:rPr lang="ru-RU" dirty="0"/>
              <a:t>.</a:t>
            </a:r>
          </a:p>
          <a:p>
            <a:r>
              <a:rPr lang="ru-RU" dirty="0"/>
              <a:t>Адаптер делает взаимодействие возможным без изменения исходного кода.</a:t>
            </a:r>
          </a:p>
          <a:p>
            <a:r>
              <a:rPr lang="ru-RU" dirty="0"/>
              <a:t>В этом проявляется универсальность паттерна — он не привязан к парадигме,</a:t>
            </a:r>
            <a:br>
              <a:rPr lang="ru-RU" dirty="0"/>
            </a:br>
            <a:r>
              <a:rPr lang="ru-RU" dirty="0"/>
              <a:t>а к самой идее совместимости интерфейсов.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041212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330230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716112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086999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У нас есть задача: создать универсальный компонент </a:t>
            </a:r>
            <a:r>
              <a:rPr lang="ru-RU" i="1" dirty="0" err="1"/>
              <a:t>ListView</a:t>
            </a:r>
            <a:r>
              <a:rPr lang="ru-RU" dirty="0"/>
              <a:t>, который может отображать разные типы данных — текст, список пользователей, письма и т.д.</a:t>
            </a:r>
          </a:p>
          <a:p>
            <a:r>
              <a:rPr lang="ru-RU" dirty="0"/>
              <a:t>Клиенты должны иметь возможность настраивать внешний вид элементов, но при этом сам компонент списка не должен знать, какие данные он показывает.</a:t>
            </a:r>
          </a:p>
          <a:p>
            <a:r>
              <a:rPr lang="ru-RU" dirty="0"/>
              <a:t>Это типичная ситуация, где можно использовать адаптер: </a:t>
            </a:r>
            <a:r>
              <a:rPr lang="ru-RU" i="1" dirty="0" err="1"/>
              <a:t>ListView</a:t>
            </a:r>
            <a:r>
              <a:rPr lang="ru-RU" dirty="0"/>
              <a:t> работает с абстрактным интерфейсом, а конкретные адаптеры подстраивают различные источники данных под этот интерфейс.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701088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803048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922091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296597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</a:t>
            </a:r>
            <a:r>
              <a:rPr lang="ru-RU" i="1" dirty="0" err="1"/>
              <a:t>ListView</a:t>
            </a:r>
            <a:r>
              <a:rPr lang="ru-RU" dirty="0"/>
              <a:t> использует интерфейс </a:t>
            </a:r>
            <a:r>
              <a:rPr lang="ru-RU" i="1" dirty="0" err="1"/>
              <a:t>IListViewDataSource</a:t>
            </a:r>
            <a:r>
              <a:rPr lang="ru-RU" dirty="0"/>
              <a:t>, чтобы узнавать количество элементов и создавать их по мере необходимости.</a:t>
            </a:r>
          </a:p>
          <a:p>
            <a:r>
              <a:rPr lang="ru-RU" dirty="0"/>
              <a:t>Адаптер </a:t>
            </a:r>
            <a:r>
              <a:rPr lang="ru-RU" i="1" dirty="0" err="1"/>
              <a:t>UserListViewDataSource</a:t>
            </a:r>
            <a:r>
              <a:rPr lang="ru-RU" dirty="0"/>
              <a:t> реализует этот интерфейс и знает, как получить данные пользователей из базы.</a:t>
            </a:r>
          </a:p>
          <a:p>
            <a:r>
              <a:rPr lang="ru-RU" dirty="0"/>
              <a:t>При этом сам </a:t>
            </a:r>
            <a:r>
              <a:rPr lang="ru-RU" i="1" dirty="0" err="1"/>
              <a:t>ListView</a:t>
            </a:r>
            <a:r>
              <a:rPr lang="ru-RU" dirty="0"/>
              <a:t> ничего не знает о базе данных — он просто вызывает методы интерфейса.</a:t>
            </a:r>
          </a:p>
          <a:p>
            <a:r>
              <a:rPr lang="ru-RU" dirty="0"/>
              <a:t>Это демонстрирует мощь паттерна </a:t>
            </a:r>
            <a:r>
              <a:rPr lang="ru-RU" i="1" dirty="0"/>
              <a:t>Адаптер</a:t>
            </a:r>
            <a:r>
              <a:rPr lang="ru-RU" dirty="0"/>
              <a:t>: он полностью изолирует зависимости и делает код гибким.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271196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948344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962587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0554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2C10A-E2DF-27B5-988C-B499119A4C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A722AE-B72C-6B8C-CB9C-C141B85D93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48A33-675B-30A3-F2D1-049855B89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0F9C9-AB92-4E86-B698-DEC9BF4350FF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1AC38D-6338-258D-2363-9A2957A55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C8D45-D0F0-86E3-C45C-91F0CD0E9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0624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C7A27-7C03-1297-974E-EC63336E8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A47C0-2AF7-E5B4-737D-3E50A5A6D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DB9F8-6CCC-7733-7F91-4A76390AD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0F9C9-AB92-4E86-B698-DEC9BF4350FF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CC5E9-9E1B-3DA0-F778-98690104D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3ADF9-43E9-A64E-DE6E-F28A3864F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9283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861C9-6CFB-6D6A-4F11-EA04C139E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A83F85-7849-F156-1053-3C1EEDB1F8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46B70-BFAC-1085-D2FF-0EC5EC93B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0F9C9-AB92-4E86-B698-DEC9BF4350FF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775B2-3FB6-CA20-2306-093F40224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2CC95-37C9-D5A5-E27A-6ACB45278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0116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60373-0ED3-A13F-B45F-8A9E911A8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0888E-F42A-56A1-5FF6-B85D9FA242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3BAF6E-571F-0830-BA9D-806022880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F2D0C2-43F2-3D2A-4A7C-D0803A80B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0F9C9-AB92-4E86-B698-DEC9BF4350FF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051F0-75D0-7379-5BB4-D0F0F7B4F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A31067-193C-6393-5950-763BE1F7C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0601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B7D96-0306-7C0D-ED93-891B885C2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8F297C-456F-3650-63F4-4039A3772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E59422-960B-BA31-035F-62C64AB9EA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A5E59D-5B9E-2B24-D993-02BF9AB250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A6DD69-C3EE-5AD5-67E0-C57B85C105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25C19E-F64E-149D-87D2-FCED472D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0F9C9-AB92-4E86-B698-DEC9BF4350FF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A97EEF-368E-5EF0-042C-C555AC2D8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B24229-4E95-D20C-9EFA-F1443EE3D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5365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30938-D383-391E-F65F-50EECD1D3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1AED68-6E72-24B4-10D2-D8C7AC16F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0F9C9-AB92-4E86-B698-DEC9BF4350FF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EC6976-1868-F590-C72F-C82D8184F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85394D-AF38-5433-9B5B-032D46E14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1390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48A46D-1898-D860-D756-7A40BD207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0F9C9-AB92-4E86-B698-DEC9BF4350FF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588955-CD8D-B64C-8B6C-CCC347902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29730-85C0-2EA7-A737-2DE706DD1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4295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6ACD2-EA98-8D10-436D-E4B74CE89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00C20-0A46-C156-53A3-F1A6E6BE9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0BD816-8DFE-95E4-A57E-B98D8DD96B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1C4C61-DADD-CBB0-783E-C2A331A03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0F9C9-AB92-4E86-B698-DEC9BF4350FF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B553D-D781-FFC8-0831-0046A7863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3525A2-20A3-417C-F59B-EA333128C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9259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D1D1C-A244-E712-B580-0BD04789D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8F8227-050C-F9F8-1675-F79B15792C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1678A9-60B6-D377-6E3B-FDE4B1B88B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207ACB-BFA9-E9A6-8305-C6F9A7EE3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0F9C9-AB92-4E86-B698-DEC9BF4350FF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2CAEC2-C006-D500-C569-DBC6DA656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A5759F-DF47-C525-B97E-F33313AC2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6833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4D55A-CE5A-1340-443D-02EF1B38E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3DBB5F-B7EE-E67B-9BEC-DF5B643DDB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E9AE7-74F2-348C-5D5D-9A0F70F5A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0F9C9-AB92-4E86-B698-DEC9BF4350FF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AB038-9FC7-DB0F-B2BD-559FD40CA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6A69F-EC06-FAC1-F343-BE526CABC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6275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FEE5E6-AA7A-DB09-D4E6-D23982994E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2B371A-A874-A954-55E5-A6D8B9C138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7E695-B23F-40FF-A247-F09DB50DE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0F9C9-AB92-4E86-B698-DEC9BF4350FF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C034EF-F655-670D-9627-E8A3DC582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720D1-958D-6AB8-9456-69ED02913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4502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37BD61-1703-BF53-2A13-A7C4F4036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B5054F-8052-B912-5986-E38DFD232F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C5861-A5DE-D2BC-FC3A-C83A128E8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90F9C9-AB92-4E86-B698-DEC9BF4350FF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481E2-795F-7ED4-EBEF-D2F98F9C83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B3D2F-7216-CAD8-8055-53089E8756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FDEFA0-FF01-4CA2-B8AA-E5F5B71BE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4369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Autofit/>
          </a:bodyPr>
          <a:lstStyle/>
          <a:p>
            <a:r>
              <a:rPr lang="ru-RU" dirty="0"/>
              <a:t>Паттерн проектирования «Адаптер»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28D53FA-B846-6A95-D5EA-C342E5C283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050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C59DD-8504-3096-F9A2-EF4EEA7A3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Адаптеры вокруг нас</a:t>
            </a:r>
            <a:endParaRPr lang="en-US" dirty="0"/>
          </a:p>
        </p:txBody>
      </p:sp>
      <p:pic>
        <p:nvPicPr>
          <p:cNvPr id="4" name="Рисунок 2">
            <a:extLst>
              <a:ext uri="{FF2B5EF4-FFF2-40B4-BE49-F238E27FC236}">
                <a16:creationId xmlns:a16="http://schemas.microsoft.com/office/drawing/2014/main" id="{0DCA1C05-D767-A38F-962E-7E2052217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637055" y="4195228"/>
            <a:ext cx="2122616" cy="1562015"/>
          </a:xfrm>
          <a:prstGeom prst="rect">
            <a:avLst/>
          </a:prstGeom>
        </p:spPr>
      </p:pic>
      <p:pic>
        <p:nvPicPr>
          <p:cNvPr id="5" name="Рисунок 3">
            <a:extLst>
              <a:ext uri="{FF2B5EF4-FFF2-40B4-BE49-F238E27FC236}">
                <a16:creationId xmlns:a16="http://schemas.microsoft.com/office/drawing/2014/main" id="{8AB4959C-81CF-E38C-5427-10360A26C3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4078" y="2068585"/>
            <a:ext cx="2483768" cy="1320667"/>
          </a:xfrm>
          <a:prstGeom prst="rect">
            <a:avLst/>
          </a:prstGeom>
        </p:spPr>
      </p:pic>
      <p:pic>
        <p:nvPicPr>
          <p:cNvPr id="6" name="Рисунок 4">
            <a:extLst>
              <a:ext uri="{FF2B5EF4-FFF2-40B4-BE49-F238E27FC236}">
                <a16:creationId xmlns:a16="http://schemas.microsoft.com/office/drawing/2014/main" id="{719C7C5E-3C86-D740-7092-DAA2AE5EA5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4046" y="1866808"/>
            <a:ext cx="1535625" cy="15224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19455F-67C6-F3D6-6480-D351C9FDE8FB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349" r="50000"/>
          <a:stretch/>
        </p:blipFill>
        <p:spPr>
          <a:xfrm>
            <a:off x="838200" y="4307058"/>
            <a:ext cx="1613483" cy="16344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AD53E4-FF99-ADB6-25DB-32D9DF70D42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 b="50773"/>
          <a:stretch/>
        </p:blipFill>
        <p:spPr>
          <a:xfrm>
            <a:off x="838200" y="1842686"/>
            <a:ext cx="1611222" cy="1586314"/>
          </a:xfrm>
          <a:prstGeom prst="rect">
            <a:avLst/>
          </a:prstGeom>
        </p:spPr>
      </p:pic>
      <p:pic>
        <p:nvPicPr>
          <p:cNvPr id="9" name="Рисунок 3">
            <a:extLst>
              <a:ext uri="{FF2B5EF4-FFF2-40B4-BE49-F238E27FC236}">
                <a16:creationId xmlns:a16="http://schemas.microsoft.com/office/drawing/2014/main" id="{7B5662AB-C3E2-13A9-5F1C-07EBC486C7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3672" y="4437112"/>
            <a:ext cx="2483768" cy="1320667"/>
          </a:xfrm>
          <a:prstGeom prst="rect">
            <a:avLst/>
          </a:prstGeom>
        </p:spPr>
      </p:pic>
      <p:pic>
        <p:nvPicPr>
          <p:cNvPr id="12" name="Рисунок 4">
            <a:extLst>
              <a:ext uri="{FF2B5EF4-FFF2-40B4-BE49-F238E27FC236}">
                <a16:creationId xmlns:a16="http://schemas.microsoft.com/office/drawing/2014/main" id="{47438D87-9CC2-4DF7-737D-E55D0F7CC6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7619" y="4267310"/>
            <a:ext cx="1535625" cy="1522444"/>
          </a:xfrm>
          <a:prstGeom prst="rect">
            <a:avLst/>
          </a:prstGeom>
        </p:spPr>
      </p:pic>
      <p:sp>
        <p:nvSpPr>
          <p:cNvPr id="13" name="Plus Sign 12">
            <a:extLst>
              <a:ext uri="{FF2B5EF4-FFF2-40B4-BE49-F238E27FC236}">
                <a16:creationId xmlns:a16="http://schemas.microsoft.com/office/drawing/2014/main" id="{7D62F66D-204C-65CC-AE87-78F6099D4B0E}"/>
              </a:ext>
            </a:extLst>
          </p:cNvPr>
          <p:cNvSpPr/>
          <p:nvPr/>
        </p:nvSpPr>
        <p:spPr>
          <a:xfrm>
            <a:off x="5627440" y="4613388"/>
            <a:ext cx="952688" cy="952688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F97FD0C0-A3EF-B8D6-040E-32B52AB4906E}"/>
              </a:ext>
            </a:extLst>
          </p:cNvPr>
          <p:cNvSpPr/>
          <p:nvPr/>
        </p:nvSpPr>
        <p:spPr>
          <a:xfrm>
            <a:off x="5948026" y="2404882"/>
            <a:ext cx="801754" cy="6480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C12624DF-6F72-8E0F-DE66-DC070165A44F}"/>
              </a:ext>
            </a:extLst>
          </p:cNvPr>
          <p:cNvSpPr/>
          <p:nvPr/>
        </p:nvSpPr>
        <p:spPr>
          <a:xfrm>
            <a:off x="9106804" y="4760514"/>
            <a:ext cx="801754" cy="6480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386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Ты помнишь, как все начиналось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6" name="Прямоугольник 4"/>
          <p:cNvSpPr/>
          <p:nvPr/>
        </p:nvSpPr>
        <p:spPr>
          <a:xfrm>
            <a:off x="2877952" y="2416035"/>
            <a:ext cx="2828326" cy="2304256"/>
          </a:xfrm>
          <a:custGeom>
            <a:avLst/>
            <a:gdLst>
              <a:gd name="connsiteX0" fmla="*/ 0 w 2232248"/>
              <a:gd name="connsiteY0" fmla="*/ 0 h 2304256"/>
              <a:gd name="connsiteX1" fmla="*/ 2232248 w 2232248"/>
              <a:gd name="connsiteY1" fmla="*/ 0 h 2304256"/>
              <a:gd name="connsiteX2" fmla="*/ 2232248 w 2232248"/>
              <a:gd name="connsiteY2" fmla="*/ 2304256 h 2304256"/>
              <a:gd name="connsiteX3" fmla="*/ 0 w 2232248"/>
              <a:gd name="connsiteY3" fmla="*/ 2304256 h 2304256"/>
              <a:gd name="connsiteX4" fmla="*/ 0 w 2232248"/>
              <a:gd name="connsiteY4" fmla="*/ 0 h 2304256"/>
              <a:gd name="connsiteX0" fmla="*/ 0 w 2232248"/>
              <a:gd name="connsiteY0" fmla="*/ 0 h 2304256"/>
              <a:gd name="connsiteX1" fmla="*/ 2232248 w 2232248"/>
              <a:gd name="connsiteY1" fmla="*/ 0 h 2304256"/>
              <a:gd name="connsiteX2" fmla="*/ 2218726 w 2232248"/>
              <a:gd name="connsiteY2" fmla="*/ 1119223 h 2304256"/>
              <a:gd name="connsiteX3" fmla="*/ 2232248 w 2232248"/>
              <a:gd name="connsiteY3" fmla="*/ 2304256 h 2304256"/>
              <a:gd name="connsiteX4" fmla="*/ 0 w 2232248"/>
              <a:gd name="connsiteY4" fmla="*/ 2304256 h 2304256"/>
              <a:gd name="connsiteX5" fmla="*/ 0 w 2232248"/>
              <a:gd name="connsiteY5" fmla="*/ 0 h 2304256"/>
              <a:gd name="connsiteX0" fmla="*/ 0 w 2233240"/>
              <a:gd name="connsiteY0" fmla="*/ 0 h 2304256"/>
              <a:gd name="connsiteX1" fmla="*/ 2232248 w 2233240"/>
              <a:gd name="connsiteY1" fmla="*/ 0 h 2304256"/>
              <a:gd name="connsiteX2" fmla="*/ 2233240 w 2233240"/>
              <a:gd name="connsiteY2" fmla="*/ 553166 h 2304256"/>
              <a:gd name="connsiteX3" fmla="*/ 2218726 w 2233240"/>
              <a:gd name="connsiteY3" fmla="*/ 1119223 h 2304256"/>
              <a:gd name="connsiteX4" fmla="*/ 2232248 w 2233240"/>
              <a:gd name="connsiteY4" fmla="*/ 2304256 h 2304256"/>
              <a:gd name="connsiteX5" fmla="*/ 0 w 2233240"/>
              <a:gd name="connsiteY5" fmla="*/ 2304256 h 2304256"/>
              <a:gd name="connsiteX6" fmla="*/ 0 w 2233240"/>
              <a:gd name="connsiteY6" fmla="*/ 0 h 2304256"/>
              <a:gd name="connsiteX0" fmla="*/ 0 w 2233240"/>
              <a:gd name="connsiteY0" fmla="*/ 0 h 2304256"/>
              <a:gd name="connsiteX1" fmla="*/ 2232248 w 2233240"/>
              <a:gd name="connsiteY1" fmla="*/ 0 h 2304256"/>
              <a:gd name="connsiteX2" fmla="*/ 2233240 w 2233240"/>
              <a:gd name="connsiteY2" fmla="*/ 553166 h 2304256"/>
              <a:gd name="connsiteX3" fmla="*/ 2218726 w 2233240"/>
              <a:gd name="connsiteY3" fmla="*/ 1119223 h 2304256"/>
              <a:gd name="connsiteX4" fmla="*/ 2204211 w 2233240"/>
              <a:gd name="connsiteY4" fmla="*/ 1685280 h 2304256"/>
              <a:gd name="connsiteX5" fmla="*/ 2232248 w 2233240"/>
              <a:gd name="connsiteY5" fmla="*/ 2304256 h 2304256"/>
              <a:gd name="connsiteX6" fmla="*/ 0 w 2233240"/>
              <a:gd name="connsiteY6" fmla="*/ 2304256 h 2304256"/>
              <a:gd name="connsiteX7" fmla="*/ 0 w 2233240"/>
              <a:gd name="connsiteY7" fmla="*/ 0 h 2304256"/>
              <a:gd name="connsiteX0" fmla="*/ 0 w 2828326"/>
              <a:gd name="connsiteY0" fmla="*/ 0 h 2304256"/>
              <a:gd name="connsiteX1" fmla="*/ 2232248 w 2828326"/>
              <a:gd name="connsiteY1" fmla="*/ 0 h 2304256"/>
              <a:gd name="connsiteX2" fmla="*/ 2233240 w 2828326"/>
              <a:gd name="connsiteY2" fmla="*/ 553166 h 2304256"/>
              <a:gd name="connsiteX3" fmla="*/ 2828326 w 2828326"/>
              <a:gd name="connsiteY3" fmla="*/ 1148252 h 2304256"/>
              <a:gd name="connsiteX4" fmla="*/ 2204211 w 2828326"/>
              <a:gd name="connsiteY4" fmla="*/ 1685280 h 2304256"/>
              <a:gd name="connsiteX5" fmla="*/ 2232248 w 2828326"/>
              <a:gd name="connsiteY5" fmla="*/ 2304256 h 2304256"/>
              <a:gd name="connsiteX6" fmla="*/ 0 w 2828326"/>
              <a:gd name="connsiteY6" fmla="*/ 2304256 h 2304256"/>
              <a:gd name="connsiteX7" fmla="*/ 0 w 2828326"/>
              <a:gd name="connsiteY7" fmla="*/ 0 h 2304256"/>
              <a:gd name="connsiteX0" fmla="*/ 0 w 2828326"/>
              <a:gd name="connsiteY0" fmla="*/ 0 h 2304256"/>
              <a:gd name="connsiteX1" fmla="*/ 2232248 w 2828326"/>
              <a:gd name="connsiteY1" fmla="*/ 0 h 2304256"/>
              <a:gd name="connsiteX2" fmla="*/ 2233240 w 2828326"/>
              <a:gd name="connsiteY2" fmla="*/ 553166 h 2304256"/>
              <a:gd name="connsiteX3" fmla="*/ 2828326 w 2828326"/>
              <a:gd name="connsiteY3" fmla="*/ 1148252 h 2304256"/>
              <a:gd name="connsiteX4" fmla="*/ 2229611 w 2828326"/>
              <a:gd name="connsiteY4" fmla="*/ 1672580 h 2304256"/>
              <a:gd name="connsiteX5" fmla="*/ 2232248 w 2828326"/>
              <a:gd name="connsiteY5" fmla="*/ 2304256 h 2304256"/>
              <a:gd name="connsiteX6" fmla="*/ 0 w 2828326"/>
              <a:gd name="connsiteY6" fmla="*/ 2304256 h 2304256"/>
              <a:gd name="connsiteX7" fmla="*/ 0 w 2828326"/>
              <a:gd name="connsiteY7" fmla="*/ 0 h 2304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28326" h="2304256">
                <a:moveTo>
                  <a:pt x="0" y="0"/>
                </a:moveTo>
                <a:lnTo>
                  <a:pt x="2232248" y="0"/>
                </a:lnTo>
                <a:cubicBezTo>
                  <a:pt x="2232579" y="184389"/>
                  <a:pt x="2232909" y="368777"/>
                  <a:pt x="2233240" y="553166"/>
                </a:cubicBezTo>
                <a:lnTo>
                  <a:pt x="2828326" y="1148252"/>
                </a:lnTo>
                <a:lnTo>
                  <a:pt x="2229611" y="1672580"/>
                </a:lnTo>
                <a:lnTo>
                  <a:pt x="2232248" y="2304256"/>
                </a:lnTo>
                <a:lnTo>
                  <a:pt x="0" y="230425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Ins="1080000" rtlCol="0" anchor="ctr"/>
          <a:lstStyle/>
          <a:p>
            <a:pPr algn="ctr"/>
            <a:r>
              <a:rPr lang="ru-RU" dirty="0"/>
              <a:t>Существующая система</a:t>
            </a:r>
          </a:p>
        </p:txBody>
      </p:sp>
      <p:sp>
        <p:nvSpPr>
          <p:cNvPr id="7" name="Прямоугольник 5"/>
          <p:cNvSpPr/>
          <p:nvPr/>
        </p:nvSpPr>
        <p:spPr>
          <a:xfrm>
            <a:off x="6816081" y="2416035"/>
            <a:ext cx="2311549" cy="2304256"/>
          </a:xfrm>
          <a:custGeom>
            <a:avLst/>
            <a:gdLst>
              <a:gd name="connsiteX0" fmla="*/ 0 w 2304256"/>
              <a:gd name="connsiteY0" fmla="*/ 0 h 2304256"/>
              <a:gd name="connsiteX1" fmla="*/ 2304256 w 2304256"/>
              <a:gd name="connsiteY1" fmla="*/ 0 h 2304256"/>
              <a:gd name="connsiteX2" fmla="*/ 2304256 w 2304256"/>
              <a:gd name="connsiteY2" fmla="*/ 2304256 h 2304256"/>
              <a:gd name="connsiteX3" fmla="*/ 0 w 2304256"/>
              <a:gd name="connsiteY3" fmla="*/ 2304256 h 2304256"/>
              <a:gd name="connsiteX4" fmla="*/ 0 w 2304256"/>
              <a:gd name="connsiteY4" fmla="*/ 0 h 2304256"/>
              <a:gd name="connsiteX0" fmla="*/ 6499 w 2310755"/>
              <a:gd name="connsiteY0" fmla="*/ 0 h 2304256"/>
              <a:gd name="connsiteX1" fmla="*/ 2310755 w 2310755"/>
              <a:gd name="connsiteY1" fmla="*/ 0 h 2304256"/>
              <a:gd name="connsiteX2" fmla="*/ 2310755 w 2310755"/>
              <a:gd name="connsiteY2" fmla="*/ 2304256 h 2304256"/>
              <a:gd name="connsiteX3" fmla="*/ 6499 w 2310755"/>
              <a:gd name="connsiteY3" fmla="*/ 2304256 h 2304256"/>
              <a:gd name="connsiteX4" fmla="*/ 0 w 2310755"/>
              <a:gd name="connsiteY4" fmla="*/ 554300 h 2304256"/>
              <a:gd name="connsiteX5" fmla="*/ 6499 w 2310755"/>
              <a:gd name="connsiteY5" fmla="*/ 0 h 2304256"/>
              <a:gd name="connsiteX0" fmla="*/ 174240 w 2478496"/>
              <a:gd name="connsiteY0" fmla="*/ 0 h 2304256"/>
              <a:gd name="connsiteX1" fmla="*/ 2478496 w 2478496"/>
              <a:gd name="connsiteY1" fmla="*/ 0 h 2304256"/>
              <a:gd name="connsiteX2" fmla="*/ 2478496 w 2478496"/>
              <a:gd name="connsiteY2" fmla="*/ 2304256 h 2304256"/>
              <a:gd name="connsiteX3" fmla="*/ 174240 w 2478496"/>
              <a:gd name="connsiteY3" fmla="*/ 2304256 h 2304256"/>
              <a:gd name="connsiteX4" fmla="*/ 162980 w 2478496"/>
              <a:gd name="connsiteY4" fmla="*/ 1683012 h 2304256"/>
              <a:gd name="connsiteX5" fmla="*/ 167741 w 2478496"/>
              <a:gd name="connsiteY5" fmla="*/ 554300 h 2304256"/>
              <a:gd name="connsiteX6" fmla="*/ 174240 w 2478496"/>
              <a:gd name="connsiteY6" fmla="*/ 0 h 2304256"/>
              <a:gd name="connsiteX0" fmla="*/ 11445 w 2315701"/>
              <a:gd name="connsiteY0" fmla="*/ 0 h 2304256"/>
              <a:gd name="connsiteX1" fmla="*/ 2315701 w 2315701"/>
              <a:gd name="connsiteY1" fmla="*/ 0 h 2304256"/>
              <a:gd name="connsiteX2" fmla="*/ 2315701 w 2315701"/>
              <a:gd name="connsiteY2" fmla="*/ 2304256 h 2304256"/>
              <a:gd name="connsiteX3" fmla="*/ 11445 w 2315701"/>
              <a:gd name="connsiteY3" fmla="*/ 2304256 h 2304256"/>
              <a:gd name="connsiteX4" fmla="*/ 185 w 2315701"/>
              <a:gd name="connsiteY4" fmla="*/ 1683012 h 2304256"/>
              <a:gd name="connsiteX5" fmla="*/ 4946 w 2315701"/>
              <a:gd name="connsiteY5" fmla="*/ 554300 h 2304256"/>
              <a:gd name="connsiteX6" fmla="*/ 11445 w 2315701"/>
              <a:gd name="connsiteY6" fmla="*/ 0 h 2304256"/>
              <a:gd name="connsiteX0" fmla="*/ 12299 w 2316555"/>
              <a:gd name="connsiteY0" fmla="*/ 0 h 2304256"/>
              <a:gd name="connsiteX1" fmla="*/ 2316555 w 2316555"/>
              <a:gd name="connsiteY1" fmla="*/ 0 h 2304256"/>
              <a:gd name="connsiteX2" fmla="*/ 2316555 w 2316555"/>
              <a:gd name="connsiteY2" fmla="*/ 2304256 h 2304256"/>
              <a:gd name="connsiteX3" fmla="*/ 12299 w 2316555"/>
              <a:gd name="connsiteY3" fmla="*/ 2304256 h 2304256"/>
              <a:gd name="connsiteX4" fmla="*/ 1039 w 2316555"/>
              <a:gd name="connsiteY4" fmla="*/ 1683012 h 2304256"/>
              <a:gd name="connsiteX5" fmla="*/ 1039 w 2316555"/>
              <a:gd name="connsiteY5" fmla="*/ 1116275 h 2304256"/>
              <a:gd name="connsiteX6" fmla="*/ 5800 w 2316555"/>
              <a:gd name="connsiteY6" fmla="*/ 554300 h 2304256"/>
              <a:gd name="connsiteX7" fmla="*/ 12299 w 2316555"/>
              <a:gd name="connsiteY7" fmla="*/ 0 h 2304256"/>
              <a:gd name="connsiteX0" fmla="*/ 12299 w 2316555"/>
              <a:gd name="connsiteY0" fmla="*/ 0 h 2304256"/>
              <a:gd name="connsiteX1" fmla="*/ 2316555 w 2316555"/>
              <a:gd name="connsiteY1" fmla="*/ 0 h 2304256"/>
              <a:gd name="connsiteX2" fmla="*/ 2316555 w 2316555"/>
              <a:gd name="connsiteY2" fmla="*/ 2304256 h 2304256"/>
              <a:gd name="connsiteX3" fmla="*/ 12299 w 2316555"/>
              <a:gd name="connsiteY3" fmla="*/ 2304256 h 2304256"/>
              <a:gd name="connsiteX4" fmla="*/ 1039 w 2316555"/>
              <a:gd name="connsiteY4" fmla="*/ 1683012 h 2304256"/>
              <a:gd name="connsiteX5" fmla="*/ 1039 w 2316555"/>
              <a:gd name="connsiteY5" fmla="*/ 1116275 h 2304256"/>
              <a:gd name="connsiteX6" fmla="*/ 5800 w 2316555"/>
              <a:gd name="connsiteY6" fmla="*/ 554300 h 2304256"/>
              <a:gd name="connsiteX7" fmla="*/ 12299 w 2316555"/>
              <a:gd name="connsiteY7" fmla="*/ 0 h 2304256"/>
              <a:gd name="connsiteX0" fmla="*/ 11267 w 2315523"/>
              <a:gd name="connsiteY0" fmla="*/ 0 h 2304256"/>
              <a:gd name="connsiteX1" fmla="*/ 2315523 w 2315523"/>
              <a:gd name="connsiteY1" fmla="*/ 0 h 2304256"/>
              <a:gd name="connsiteX2" fmla="*/ 2315523 w 2315523"/>
              <a:gd name="connsiteY2" fmla="*/ 2304256 h 2304256"/>
              <a:gd name="connsiteX3" fmla="*/ 11267 w 2315523"/>
              <a:gd name="connsiteY3" fmla="*/ 2304256 h 2304256"/>
              <a:gd name="connsiteX4" fmla="*/ 7 w 2315523"/>
              <a:gd name="connsiteY4" fmla="*/ 1683012 h 2304256"/>
              <a:gd name="connsiteX5" fmla="*/ 419107 w 2315523"/>
              <a:gd name="connsiteY5" fmla="*/ 1054363 h 2304256"/>
              <a:gd name="connsiteX6" fmla="*/ 4768 w 2315523"/>
              <a:gd name="connsiteY6" fmla="*/ 554300 h 2304256"/>
              <a:gd name="connsiteX7" fmla="*/ 11267 w 2315523"/>
              <a:gd name="connsiteY7" fmla="*/ 0 h 2304256"/>
              <a:gd name="connsiteX0" fmla="*/ 11267 w 2315523"/>
              <a:gd name="connsiteY0" fmla="*/ 0 h 2304256"/>
              <a:gd name="connsiteX1" fmla="*/ 2315523 w 2315523"/>
              <a:gd name="connsiteY1" fmla="*/ 0 h 2304256"/>
              <a:gd name="connsiteX2" fmla="*/ 2315523 w 2315523"/>
              <a:gd name="connsiteY2" fmla="*/ 2304256 h 2304256"/>
              <a:gd name="connsiteX3" fmla="*/ 11267 w 2315523"/>
              <a:gd name="connsiteY3" fmla="*/ 2304256 h 2304256"/>
              <a:gd name="connsiteX4" fmla="*/ 7 w 2315523"/>
              <a:gd name="connsiteY4" fmla="*/ 1683012 h 2304256"/>
              <a:gd name="connsiteX5" fmla="*/ 419107 w 2315523"/>
              <a:gd name="connsiteY5" fmla="*/ 1054363 h 2304256"/>
              <a:gd name="connsiteX6" fmla="*/ 4768 w 2315523"/>
              <a:gd name="connsiteY6" fmla="*/ 554300 h 2304256"/>
              <a:gd name="connsiteX7" fmla="*/ 11267 w 2315523"/>
              <a:gd name="connsiteY7" fmla="*/ 0 h 2304256"/>
              <a:gd name="connsiteX0" fmla="*/ 11260 w 2315516"/>
              <a:gd name="connsiteY0" fmla="*/ 0 h 2304256"/>
              <a:gd name="connsiteX1" fmla="*/ 2315516 w 2315516"/>
              <a:gd name="connsiteY1" fmla="*/ 0 h 2304256"/>
              <a:gd name="connsiteX2" fmla="*/ 2315516 w 2315516"/>
              <a:gd name="connsiteY2" fmla="*/ 2304256 h 2304256"/>
              <a:gd name="connsiteX3" fmla="*/ 11260 w 2315516"/>
              <a:gd name="connsiteY3" fmla="*/ 2304256 h 2304256"/>
              <a:gd name="connsiteX4" fmla="*/ 0 w 2315516"/>
              <a:gd name="connsiteY4" fmla="*/ 1683012 h 2304256"/>
              <a:gd name="connsiteX5" fmla="*/ 419100 w 2315516"/>
              <a:gd name="connsiteY5" fmla="*/ 1054363 h 2304256"/>
              <a:gd name="connsiteX6" fmla="*/ 4761 w 2315516"/>
              <a:gd name="connsiteY6" fmla="*/ 554300 h 2304256"/>
              <a:gd name="connsiteX7" fmla="*/ 11260 w 2315516"/>
              <a:gd name="connsiteY7" fmla="*/ 0 h 2304256"/>
              <a:gd name="connsiteX0" fmla="*/ 11260 w 2315516"/>
              <a:gd name="connsiteY0" fmla="*/ 0 h 2304256"/>
              <a:gd name="connsiteX1" fmla="*/ 2315516 w 2315516"/>
              <a:gd name="connsiteY1" fmla="*/ 0 h 2304256"/>
              <a:gd name="connsiteX2" fmla="*/ 2315516 w 2315516"/>
              <a:gd name="connsiteY2" fmla="*/ 2304256 h 2304256"/>
              <a:gd name="connsiteX3" fmla="*/ 11260 w 2315516"/>
              <a:gd name="connsiteY3" fmla="*/ 2304256 h 2304256"/>
              <a:gd name="connsiteX4" fmla="*/ 0 w 2315516"/>
              <a:gd name="connsiteY4" fmla="*/ 1683012 h 2304256"/>
              <a:gd name="connsiteX5" fmla="*/ 504825 w 2315516"/>
              <a:gd name="connsiteY5" fmla="*/ 1125800 h 2304256"/>
              <a:gd name="connsiteX6" fmla="*/ 4761 w 2315516"/>
              <a:gd name="connsiteY6" fmla="*/ 554300 h 2304256"/>
              <a:gd name="connsiteX7" fmla="*/ 11260 w 2315516"/>
              <a:gd name="connsiteY7" fmla="*/ 0 h 2304256"/>
              <a:gd name="connsiteX0" fmla="*/ 11260 w 2315516"/>
              <a:gd name="connsiteY0" fmla="*/ 0 h 2304256"/>
              <a:gd name="connsiteX1" fmla="*/ 2315516 w 2315516"/>
              <a:gd name="connsiteY1" fmla="*/ 0 h 2304256"/>
              <a:gd name="connsiteX2" fmla="*/ 2315516 w 2315516"/>
              <a:gd name="connsiteY2" fmla="*/ 2304256 h 2304256"/>
              <a:gd name="connsiteX3" fmla="*/ 11260 w 2315516"/>
              <a:gd name="connsiteY3" fmla="*/ 2304256 h 2304256"/>
              <a:gd name="connsiteX4" fmla="*/ 0 w 2315516"/>
              <a:gd name="connsiteY4" fmla="*/ 1683012 h 2304256"/>
              <a:gd name="connsiteX5" fmla="*/ 504825 w 2315516"/>
              <a:gd name="connsiteY5" fmla="*/ 1130563 h 2304256"/>
              <a:gd name="connsiteX6" fmla="*/ 4761 w 2315516"/>
              <a:gd name="connsiteY6" fmla="*/ 554300 h 2304256"/>
              <a:gd name="connsiteX7" fmla="*/ 11260 w 2315516"/>
              <a:gd name="connsiteY7" fmla="*/ 0 h 2304256"/>
              <a:gd name="connsiteX0" fmla="*/ 11260 w 2315516"/>
              <a:gd name="connsiteY0" fmla="*/ 0 h 2304256"/>
              <a:gd name="connsiteX1" fmla="*/ 2315516 w 2315516"/>
              <a:gd name="connsiteY1" fmla="*/ 0 h 2304256"/>
              <a:gd name="connsiteX2" fmla="*/ 2315516 w 2315516"/>
              <a:gd name="connsiteY2" fmla="*/ 2304256 h 2304256"/>
              <a:gd name="connsiteX3" fmla="*/ 11260 w 2315516"/>
              <a:gd name="connsiteY3" fmla="*/ 2304256 h 2304256"/>
              <a:gd name="connsiteX4" fmla="*/ 0 w 2315516"/>
              <a:gd name="connsiteY4" fmla="*/ 1683012 h 2304256"/>
              <a:gd name="connsiteX5" fmla="*/ 504825 w 2315516"/>
              <a:gd name="connsiteY5" fmla="*/ 1130563 h 2304256"/>
              <a:gd name="connsiteX6" fmla="*/ 4761 w 2315516"/>
              <a:gd name="connsiteY6" fmla="*/ 554300 h 2304256"/>
              <a:gd name="connsiteX7" fmla="*/ 11260 w 2315516"/>
              <a:gd name="connsiteY7" fmla="*/ 0 h 2304256"/>
              <a:gd name="connsiteX0" fmla="*/ 11260 w 2315516"/>
              <a:gd name="connsiteY0" fmla="*/ 0 h 2304256"/>
              <a:gd name="connsiteX1" fmla="*/ 2315516 w 2315516"/>
              <a:gd name="connsiteY1" fmla="*/ 0 h 2304256"/>
              <a:gd name="connsiteX2" fmla="*/ 2315516 w 2315516"/>
              <a:gd name="connsiteY2" fmla="*/ 2304256 h 2304256"/>
              <a:gd name="connsiteX3" fmla="*/ 11260 w 2315516"/>
              <a:gd name="connsiteY3" fmla="*/ 2304256 h 2304256"/>
              <a:gd name="connsiteX4" fmla="*/ 0 w 2315516"/>
              <a:gd name="connsiteY4" fmla="*/ 1683012 h 2304256"/>
              <a:gd name="connsiteX5" fmla="*/ 504825 w 2315516"/>
              <a:gd name="connsiteY5" fmla="*/ 1130563 h 2304256"/>
              <a:gd name="connsiteX6" fmla="*/ 4761 w 2315516"/>
              <a:gd name="connsiteY6" fmla="*/ 554300 h 2304256"/>
              <a:gd name="connsiteX7" fmla="*/ 11260 w 2315516"/>
              <a:gd name="connsiteY7" fmla="*/ 0 h 2304256"/>
              <a:gd name="connsiteX0" fmla="*/ 11260 w 2315516"/>
              <a:gd name="connsiteY0" fmla="*/ 0 h 2304256"/>
              <a:gd name="connsiteX1" fmla="*/ 2315516 w 2315516"/>
              <a:gd name="connsiteY1" fmla="*/ 0 h 2304256"/>
              <a:gd name="connsiteX2" fmla="*/ 2315516 w 2315516"/>
              <a:gd name="connsiteY2" fmla="*/ 2304256 h 2304256"/>
              <a:gd name="connsiteX3" fmla="*/ 11260 w 2315516"/>
              <a:gd name="connsiteY3" fmla="*/ 2304256 h 2304256"/>
              <a:gd name="connsiteX4" fmla="*/ 0 w 2315516"/>
              <a:gd name="connsiteY4" fmla="*/ 1746512 h 2304256"/>
              <a:gd name="connsiteX5" fmla="*/ 504825 w 2315516"/>
              <a:gd name="connsiteY5" fmla="*/ 1130563 h 2304256"/>
              <a:gd name="connsiteX6" fmla="*/ 4761 w 2315516"/>
              <a:gd name="connsiteY6" fmla="*/ 554300 h 2304256"/>
              <a:gd name="connsiteX7" fmla="*/ 11260 w 2315516"/>
              <a:gd name="connsiteY7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517525 w 2328216"/>
              <a:gd name="connsiteY5" fmla="*/ 1130563 h 2304256"/>
              <a:gd name="connsiteX6" fmla="*/ 17461 w 2328216"/>
              <a:gd name="connsiteY6" fmla="*/ 554300 h 2304256"/>
              <a:gd name="connsiteX7" fmla="*/ 23960 w 2328216"/>
              <a:gd name="connsiteY7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517525 w 2328216"/>
              <a:gd name="connsiteY5" fmla="*/ 1130563 h 2304256"/>
              <a:gd name="connsiteX6" fmla="*/ 17461 w 2328216"/>
              <a:gd name="connsiteY6" fmla="*/ 554300 h 2304256"/>
              <a:gd name="connsiteX7" fmla="*/ 23960 w 2328216"/>
              <a:gd name="connsiteY7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517525 w 2328216"/>
              <a:gd name="connsiteY5" fmla="*/ 1130563 h 2304256"/>
              <a:gd name="connsiteX6" fmla="*/ 17461 w 2328216"/>
              <a:gd name="connsiteY6" fmla="*/ 554300 h 2304256"/>
              <a:gd name="connsiteX7" fmla="*/ 23960 w 2328216"/>
              <a:gd name="connsiteY7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619125 w 2328216"/>
              <a:gd name="connsiteY5" fmla="*/ 1124213 h 2304256"/>
              <a:gd name="connsiteX6" fmla="*/ 17461 w 2328216"/>
              <a:gd name="connsiteY6" fmla="*/ 554300 h 2304256"/>
              <a:gd name="connsiteX7" fmla="*/ 23960 w 2328216"/>
              <a:gd name="connsiteY7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587375 w 2328216"/>
              <a:gd name="connsiteY5" fmla="*/ 1117863 h 2304256"/>
              <a:gd name="connsiteX6" fmla="*/ 17461 w 2328216"/>
              <a:gd name="connsiteY6" fmla="*/ 554300 h 2304256"/>
              <a:gd name="connsiteX7" fmla="*/ 23960 w 2328216"/>
              <a:gd name="connsiteY7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398292 w 2328216"/>
              <a:gd name="connsiteY5" fmla="*/ 1559187 h 2304256"/>
              <a:gd name="connsiteX6" fmla="*/ 587375 w 2328216"/>
              <a:gd name="connsiteY6" fmla="*/ 1117863 h 2304256"/>
              <a:gd name="connsiteX7" fmla="*/ 17461 w 2328216"/>
              <a:gd name="connsiteY7" fmla="*/ 554300 h 2304256"/>
              <a:gd name="connsiteX8" fmla="*/ 23960 w 2328216"/>
              <a:gd name="connsiteY8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398292 w 2328216"/>
              <a:gd name="connsiteY5" fmla="*/ 1559187 h 2304256"/>
              <a:gd name="connsiteX6" fmla="*/ 587375 w 2328216"/>
              <a:gd name="connsiteY6" fmla="*/ 1117863 h 2304256"/>
              <a:gd name="connsiteX7" fmla="*/ 17461 w 2328216"/>
              <a:gd name="connsiteY7" fmla="*/ 554300 h 2304256"/>
              <a:gd name="connsiteX8" fmla="*/ 23960 w 2328216"/>
              <a:gd name="connsiteY8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587375 w 2328216"/>
              <a:gd name="connsiteY6" fmla="*/ 1117863 h 2304256"/>
              <a:gd name="connsiteX7" fmla="*/ 17461 w 2328216"/>
              <a:gd name="connsiteY7" fmla="*/ 554300 h 2304256"/>
              <a:gd name="connsiteX8" fmla="*/ 23960 w 2328216"/>
              <a:gd name="connsiteY8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587375 w 2328216"/>
              <a:gd name="connsiteY6" fmla="*/ 1117863 h 2304256"/>
              <a:gd name="connsiteX7" fmla="*/ 17461 w 2328216"/>
              <a:gd name="connsiteY7" fmla="*/ 554300 h 2304256"/>
              <a:gd name="connsiteX8" fmla="*/ 23960 w 2328216"/>
              <a:gd name="connsiteY8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587375 w 2328216"/>
              <a:gd name="connsiteY6" fmla="*/ 1117863 h 2304256"/>
              <a:gd name="connsiteX7" fmla="*/ 17461 w 2328216"/>
              <a:gd name="connsiteY7" fmla="*/ 554300 h 2304256"/>
              <a:gd name="connsiteX8" fmla="*/ 23960 w 2328216"/>
              <a:gd name="connsiteY8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587375 w 2328216"/>
              <a:gd name="connsiteY6" fmla="*/ 1117863 h 2304256"/>
              <a:gd name="connsiteX7" fmla="*/ 17461 w 2328216"/>
              <a:gd name="connsiteY7" fmla="*/ 554300 h 2304256"/>
              <a:gd name="connsiteX8" fmla="*/ 23960 w 2328216"/>
              <a:gd name="connsiteY8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587375 w 2328216"/>
              <a:gd name="connsiteY6" fmla="*/ 1117863 h 2304256"/>
              <a:gd name="connsiteX7" fmla="*/ 17461 w 2328216"/>
              <a:gd name="connsiteY7" fmla="*/ 554300 h 2304256"/>
              <a:gd name="connsiteX8" fmla="*/ 23960 w 2328216"/>
              <a:gd name="connsiteY8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587375 w 2328216"/>
              <a:gd name="connsiteY6" fmla="*/ 1117863 h 2304256"/>
              <a:gd name="connsiteX7" fmla="*/ 17461 w 2328216"/>
              <a:gd name="connsiteY7" fmla="*/ 554300 h 2304256"/>
              <a:gd name="connsiteX8" fmla="*/ 23960 w 2328216"/>
              <a:gd name="connsiteY8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587375 w 2328216"/>
              <a:gd name="connsiteY6" fmla="*/ 111786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587375 w 2328216"/>
              <a:gd name="connsiteY6" fmla="*/ 111786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587375 w 2328216"/>
              <a:gd name="connsiteY6" fmla="*/ 111786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606425 w 2328216"/>
              <a:gd name="connsiteY6" fmla="*/ 118771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606425 w 2328216"/>
              <a:gd name="connsiteY6" fmla="*/ 116866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606425 w 2328216"/>
              <a:gd name="connsiteY6" fmla="*/ 116866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606425 w 2328216"/>
              <a:gd name="connsiteY6" fmla="*/ 116866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606425 w 2328216"/>
              <a:gd name="connsiteY6" fmla="*/ 116866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606425 w 2328216"/>
              <a:gd name="connsiteY6" fmla="*/ 116866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49092 w 2328216"/>
              <a:gd name="connsiteY5" fmla="*/ 1571887 h 2304256"/>
              <a:gd name="connsiteX6" fmla="*/ 606425 w 2328216"/>
              <a:gd name="connsiteY6" fmla="*/ 116866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74492 w 2328216"/>
              <a:gd name="connsiteY5" fmla="*/ 1559187 h 2304256"/>
              <a:gd name="connsiteX6" fmla="*/ 606425 w 2328216"/>
              <a:gd name="connsiteY6" fmla="*/ 116866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55442 w 2328216"/>
              <a:gd name="connsiteY5" fmla="*/ 1540137 h 2304256"/>
              <a:gd name="connsiteX6" fmla="*/ 606425 w 2328216"/>
              <a:gd name="connsiteY6" fmla="*/ 116866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55442 w 2328216"/>
              <a:gd name="connsiteY5" fmla="*/ 1540137 h 2304256"/>
              <a:gd name="connsiteX6" fmla="*/ 606425 w 2328216"/>
              <a:gd name="connsiteY6" fmla="*/ 116866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55442 w 2328216"/>
              <a:gd name="connsiteY5" fmla="*/ 1540137 h 2304256"/>
              <a:gd name="connsiteX6" fmla="*/ 606425 w 2328216"/>
              <a:gd name="connsiteY6" fmla="*/ 116866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6499 w 2310755"/>
              <a:gd name="connsiteY0" fmla="*/ 0 h 2304256"/>
              <a:gd name="connsiteX1" fmla="*/ 2310755 w 2310755"/>
              <a:gd name="connsiteY1" fmla="*/ 0 h 2304256"/>
              <a:gd name="connsiteX2" fmla="*/ 2310755 w 2310755"/>
              <a:gd name="connsiteY2" fmla="*/ 2304256 h 2304256"/>
              <a:gd name="connsiteX3" fmla="*/ 6499 w 2310755"/>
              <a:gd name="connsiteY3" fmla="*/ 2304256 h 2304256"/>
              <a:gd name="connsiteX4" fmla="*/ 1589 w 2310755"/>
              <a:gd name="connsiteY4" fmla="*/ 1763975 h 2304256"/>
              <a:gd name="connsiteX5" fmla="*/ 437981 w 2310755"/>
              <a:gd name="connsiteY5" fmla="*/ 1540137 h 2304256"/>
              <a:gd name="connsiteX6" fmla="*/ 588964 w 2310755"/>
              <a:gd name="connsiteY6" fmla="*/ 1168663 h 2304256"/>
              <a:gd name="connsiteX7" fmla="*/ 418931 w 2310755"/>
              <a:gd name="connsiteY7" fmla="*/ 727337 h 2304256"/>
              <a:gd name="connsiteX8" fmla="*/ 0 w 2310755"/>
              <a:gd name="connsiteY8" fmla="*/ 554300 h 2304256"/>
              <a:gd name="connsiteX9" fmla="*/ 6499 w 2310755"/>
              <a:gd name="connsiteY9" fmla="*/ 0 h 2304256"/>
              <a:gd name="connsiteX0" fmla="*/ 6499 w 2310755"/>
              <a:gd name="connsiteY0" fmla="*/ 0 h 2304256"/>
              <a:gd name="connsiteX1" fmla="*/ 2310755 w 2310755"/>
              <a:gd name="connsiteY1" fmla="*/ 0 h 2304256"/>
              <a:gd name="connsiteX2" fmla="*/ 2310755 w 2310755"/>
              <a:gd name="connsiteY2" fmla="*/ 2304256 h 2304256"/>
              <a:gd name="connsiteX3" fmla="*/ 6499 w 2310755"/>
              <a:gd name="connsiteY3" fmla="*/ 2304256 h 2304256"/>
              <a:gd name="connsiteX4" fmla="*/ 1589 w 2310755"/>
              <a:gd name="connsiteY4" fmla="*/ 1763975 h 2304256"/>
              <a:gd name="connsiteX5" fmla="*/ 437981 w 2310755"/>
              <a:gd name="connsiteY5" fmla="*/ 1540137 h 2304256"/>
              <a:gd name="connsiteX6" fmla="*/ 588964 w 2310755"/>
              <a:gd name="connsiteY6" fmla="*/ 1168663 h 2304256"/>
              <a:gd name="connsiteX7" fmla="*/ 418931 w 2310755"/>
              <a:gd name="connsiteY7" fmla="*/ 727337 h 2304256"/>
              <a:gd name="connsiteX8" fmla="*/ 0 w 2310755"/>
              <a:gd name="connsiteY8" fmla="*/ 554300 h 2304256"/>
              <a:gd name="connsiteX9" fmla="*/ 6499 w 2310755"/>
              <a:gd name="connsiteY9" fmla="*/ 0 h 2304256"/>
              <a:gd name="connsiteX0" fmla="*/ 6499 w 2310755"/>
              <a:gd name="connsiteY0" fmla="*/ 0 h 2304256"/>
              <a:gd name="connsiteX1" fmla="*/ 2310755 w 2310755"/>
              <a:gd name="connsiteY1" fmla="*/ 0 h 2304256"/>
              <a:gd name="connsiteX2" fmla="*/ 2310755 w 2310755"/>
              <a:gd name="connsiteY2" fmla="*/ 2304256 h 2304256"/>
              <a:gd name="connsiteX3" fmla="*/ 6499 w 2310755"/>
              <a:gd name="connsiteY3" fmla="*/ 2304256 h 2304256"/>
              <a:gd name="connsiteX4" fmla="*/ 1589 w 2310755"/>
              <a:gd name="connsiteY4" fmla="*/ 1763975 h 2304256"/>
              <a:gd name="connsiteX5" fmla="*/ 437981 w 2310755"/>
              <a:gd name="connsiteY5" fmla="*/ 1540137 h 2304256"/>
              <a:gd name="connsiteX6" fmla="*/ 588964 w 2310755"/>
              <a:gd name="connsiteY6" fmla="*/ 1168663 h 2304256"/>
              <a:gd name="connsiteX7" fmla="*/ 418931 w 2310755"/>
              <a:gd name="connsiteY7" fmla="*/ 727337 h 2304256"/>
              <a:gd name="connsiteX8" fmla="*/ 0 w 2310755"/>
              <a:gd name="connsiteY8" fmla="*/ 554300 h 2304256"/>
              <a:gd name="connsiteX9" fmla="*/ 6499 w 2310755"/>
              <a:gd name="connsiteY9" fmla="*/ 0 h 2304256"/>
              <a:gd name="connsiteX0" fmla="*/ 6280 w 2310536"/>
              <a:gd name="connsiteY0" fmla="*/ 0 h 2304256"/>
              <a:gd name="connsiteX1" fmla="*/ 2310536 w 2310536"/>
              <a:gd name="connsiteY1" fmla="*/ 0 h 2304256"/>
              <a:gd name="connsiteX2" fmla="*/ 2310536 w 2310536"/>
              <a:gd name="connsiteY2" fmla="*/ 2304256 h 2304256"/>
              <a:gd name="connsiteX3" fmla="*/ 6280 w 2310536"/>
              <a:gd name="connsiteY3" fmla="*/ 2304256 h 2304256"/>
              <a:gd name="connsiteX4" fmla="*/ 1370 w 2310536"/>
              <a:gd name="connsiteY4" fmla="*/ 1763975 h 2304256"/>
              <a:gd name="connsiteX5" fmla="*/ 437762 w 2310536"/>
              <a:gd name="connsiteY5" fmla="*/ 1540137 h 2304256"/>
              <a:gd name="connsiteX6" fmla="*/ 588745 w 2310536"/>
              <a:gd name="connsiteY6" fmla="*/ 1168663 h 2304256"/>
              <a:gd name="connsiteX7" fmla="*/ 418712 w 2310536"/>
              <a:gd name="connsiteY7" fmla="*/ 727337 h 2304256"/>
              <a:gd name="connsiteX8" fmla="*/ 6925 w 2310536"/>
              <a:gd name="connsiteY8" fmla="*/ 554300 h 2304256"/>
              <a:gd name="connsiteX9" fmla="*/ 6280 w 2310536"/>
              <a:gd name="connsiteY9" fmla="*/ 0 h 2304256"/>
              <a:gd name="connsiteX0" fmla="*/ 6280 w 2310536"/>
              <a:gd name="connsiteY0" fmla="*/ 0 h 2304256"/>
              <a:gd name="connsiteX1" fmla="*/ 2310536 w 2310536"/>
              <a:gd name="connsiteY1" fmla="*/ 0 h 2304256"/>
              <a:gd name="connsiteX2" fmla="*/ 2310536 w 2310536"/>
              <a:gd name="connsiteY2" fmla="*/ 2304256 h 2304256"/>
              <a:gd name="connsiteX3" fmla="*/ 6280 w 2310536"/>
              <a:gd name="connsiteY3" fmla="*/ 2304256 h 2304256"/>
              <a:gd name="connsiteX4" fmla="*/ 1370 w 2310536"/>
              <a:gd name="connsiteY4" fmla="*/ 1763975 h 2304256"/>
              <a:gd name="connsiteX5" fmla="*/ 437762 w 2310536"/>
              <a:gd name="connsiteY5" fmla="*/ 1540137 h 2304256"/>
              <a:gd name="connsiteX6" fmla="*/ 588745 w 2310536"/>
              <a:gd name="connsiteY6" fmla="*/ 1168663 h 2304256"/>
              <a:gd name="connsiteX7" fmla="*/ 6925 w 2310536"/>
              <a:gd name="connsiteY7" fmla="*/ 554300 h 2304256"/>
              <a:gd name="connsiteX8" fmla="*/ 6280 w 2310536"/>
              <a:gd name="connsiteY8" fmla="*/ 0 h 2304256"/>
              <a:gd name="connsiteX0" fmla="*/ 6280 w 2310536"/>
              <a:gd name="connsiteY0" fmla="*/ 0 h 2304256"/>
              <a:gd name="connsiteX1" fmla="*/ 2310536 w 2310536"/>
              <a:gd name="connsiteY1" fmla="*/ 0 h 2304256"/>
              <a:gd name="connsiteX2" fmla="*/ 2310536 w 2310536"/>
              <a:gd name="connsiteY2" fmla="*/ 2304256 h 2304256"/>
              <a:gd name="connsiteX3" fmla="*/ 6280 w 2310536"/>
              <a:gd name="connsiteY3" fmla="*/ 2304256 h 2304256"/>
              <a:gd name="connsiteX4" fmla="*/ 1370 w 2310536"/>
              <a:gd name="connsiteY4" fmla="*/ 1763975 h 2304256"/>
              <a:gd name="connsiteX5" fmla="*/ 437762 w 2310536"/>
              <a:gd name="connsiteY5" fmla="*/ 1540137 h 2304256"/>
              <a:gd name="connsiteX6" fmla="*/ 617320 w 2310536"/>
              <a:gd name="connsiteY6" fmla="*/ 1149613 h 2304256"/>
              <a:gd name="connsiteX7" fmla="*/ 6925 w 2310536"/>
              <a:gd name="connsiteY7" fmla="*/ 554300 h 2304256"/>
              <a:gd name="connsiteX8" fmla="*/ 6280 w 2310536"/>
              <a:gd name="connsiteY8" fmla="*/ 0 h 2304256"/>
              <a:gd name="connsiteX0" fmla="*/ 6280 w 2310536"/>
              <a:gd name="connsiteY0" fmla="*/ 0 h 2304256"/>
              <a:gd name="connsiteX1" fmla="*/ 2310536 w 2310536"/>
              <a:gd name="connsiteY1" fmla="*/ 0 h 2304256"/>
              <a:gd name="connsiteX2" fmla="*/ 2310536 w 2310536"/>
              <a:gd name="connsiteY2" fmla="*/ 2304256 h 2304256"/>
              <a:gd name="connsiteX3" fmla="*/ 6280 w 2310536"/>
              <a:gd name="connsiteY3" fmla="*/ 2304256 h 2304256"/>
              <a:gd name="connsiteX4" fmla="*/ 1370 w 2310536"/>
              <a:gd name="connsiteY4" fmla="*/ 1763975 h 2304256"/>
              <a:gd name="connsiteX5" fmla="*/ 437762 w 2310536"/>
              <a:gd name="connsiteY5" fmla="*/ 1540137 h 2304256"/>
              <a:gd name="connsiteX6" fmla="*/ 617320 w 2310536"/>
              <a:gd name="connsiteY6" fmla="*/ 1149613 h 2304256"/>
              <a:gd name="connsiteX7" fmla="*/ 6925 w 2310536"/>
              <a:gd name="connsiteY7" fmla="*/ 554300 h 2304256"/>
              <a:gd name="connsiteX8" fmla="*/ 6280 w 2310536"/>
              <a:gd name="connsiteY8" fmla="*/ 0 h 2304256"/>
              <a:gd name="connsiteX0" fmla="*/ 2794 w 2307050"/>
              <a:gd name="connsiteY0" fmla="*/ 0 h 2304256"/>
              <a:gd name="connsiteX1" fmla="*/ 2307050 w 2307050"/>
              <a:gd name="connsiteY1" fmla="*/ 0 h 2304256"/>
              <a:gd name="connsiteX2" fmla="*/ 2307050 w 2307050"/>
              <a:gd name="connsiteY2" fmla="*/ 2304256 h 2304256"/>
              <a:gd name="connsiteX3" fmla="*/ 2794 w 2307050"/>
              <a:gd name="connsiteY3" fmla="*/ 2304256 h 2304256"/>
              <a:gd name="connsiteX4" fmla="*/ 12171 w 2307050"/>
              <a:gd name="connsiteY4" fmla="*/ 1680632 h 2304256"/>
              <a:gd name="connsiteX5" fmla="*/ 434276 w 2307050"/>
              <a:gd name="connsiteY5" fmla="*/ 1540137 h 2304256"/>
              <a:gd name="connsiteX6" fmla="*/ 613834 w 2307050"/>
              <a:gd name="connsiteY6" fmla="*/ 1149613 h 2304256"/>
              <a:gd name="connsiteX7" fmla="*/ 3439 w 2307050"/>
              <a:gd name="connsiteY7" fmla="*/ 554300 h 2304256"/>
              <a:gd name="connsiteX8" fmla="*/ 2794 w 2307050"/>
              <a:gd name="connsiteY8" fmla="*/ 0 h 2304256"/>
              <a:gd name="connsiteX0" fmla="*/ 12110 w 2316366"/>
              <a:gd name="connsiteY0" fmla="*/ 0 h 2304256"/>
              <a:gd name="connsiteX1" fmla="*/ 2316366 w 2316366"/>
              <a:gd name="connsiteY1" fmla="*/ 0 h 2304256"/>
              <a:gd name="connsiteX2" fmla="*/ 2316366 w 2316366"/>
              <a:gd name="connsiteY2" fmla="*/ 2304256 h 2304256"/>
              <a:gd name="connsiteX3" fmla="*/ 12110 w 2316366"/>
              <a:gd name="connsiteY3" fmla="*/ 2304256 h 2304256"/>
              <a:gd name="connsiteX4" fmla="*/ 55 w 2316366"/>
              <a:gd name="connsiteY4" fmla="*/ 1683014 h 2304256"/>
              <a:gd name="connsiteX5" fmla="*/ 443592 w 2316366"/>
              <a:gd name="connsiteY5" fmla="*/ 1540137 h 2304256"/>
              <a:gd name="connsiteX6" fmla="*/ 623150 w 2316366"/>
              <a:gd name="connsiteY6" fmla="*/ 1149613 h 2304256"/>
              <a:gd name="connsiteX7" fmla="*/ 12755 w 2316366"/>
              <a:gd name="connsiteY7" fmla="*/ 554300 h 2304256"/>
              <a:gd name="connsiteX8" fmla="*/ 12110 w 2316366"/>
              <a:gd name="connsiteY8" fmla="*/ 0 h 2304256"/>
              <a:gd name="connsiteX0" fmla="*/ 7779 w 2312035"/>
              <a:gd name="connsiteY0" fmla="*/ 0 h 2304256"/>
              <a:gd name="connsiteX1" fmla="*/ 2312035 w 2312035"/>
              <a:gd name="connsiteY1" fmla="*/ 0 h 2304256"/>
              <a:gd name="connsiteX2" fmla="*/ 2312035 w 2312035"/>
              <a:gd name="connsiteY2" fmla="*/ 2304256 h 2304256"/>
              <a:gd name="connsiteX3" fmla="*/ 7779 w 2312035"/>
              <a:gd name="connsiteY3" fmla="*/ 2304256 h 2304256"/>
              <a:gd name="connsiteX4" fmla="*/ 486 w 2312035"/>
              <a:gd name="connsiteY4" fmla="*/ 1683014 h 2304256"/>
              <a:gd name="connsiteX5" fmla="*/ 439261 w 2312035"/>
              <a:gd name="connsiteY5" fmla="*/ 1540137 h 2304256"/>
              <a:gd name="connsiteX6" fmla="*/ 618819 w 2312035"/>
              <a:gd name="connsiteY6" fmla="*/ 1149613 h 2304256"/>
              <a:gd name="connsiteX7" fmla="*/ 8424 w 2312035"/>
              <a:gd name="connsiteY7" fmla="*/ 554300 h 2304256"/>
              <a:gd name="connsiteX8" fmla="*/ 7779 w 2312035"/>
              <a:gd name="connsiteY8" fmla="*/ 0 h 2304256"/>
              <a:gd name="connsiteX0" fmla="*/ 7293 w 2311549"/>
              <a:gd name="connsiteY0" fmla="*/ 0 h 2304256"/>
              <a:gd name="connsiteX1" fmla="*/ 2311549 w 2311549"/>
              <a:gd name="connsiteY1" fmla="*/ 0 h 2304256"/>
              <a:gd name="connsiteX2" fmla="*/ 2311549 w 2311549"/>
              <a:gd name="connsiteY2" fmla="*/ 2304256 h 2304256"/>
              <a:gd name="connsiteX3" fmla="*/ 7293 w 2311549"/>
              <a:gd name="connsiteY3" fmla="*/ 2304256 h 2304256"/>
              <a:gd name="connsiteX4" fmla="*/ 0 w 2311549"/>
              <a:gd name="connsiteY4" fmla="*/ 1683014 h 2304256"/>
              <a:gd name="connsiteX5" fmla="*/ 438775 w 2311549"/>
              <a:gd name="connsiteY5" fmla="*/ 1540137 h 2304256"/>
              <a:gd name="connsiteX6" fmla="*/ 618333 w 2311549"/>
              <a:gd name="connsiteY6" fmla="*/ 1149613 h 2304256"/>
              <a:gd name="connsiteX7" fmla="*/ 7938 w 2311549"/>
              <a:gd name="connsiteY7" fmla="*/ 554300 h 2304256"/>
              <a:gd name="connsiteX8" fmla="*/ 7293 w 2311549"/>
              <a:gd name="connsiteY8" fmla="*/ 0 h 2304256"/>
              <a:gd name="connsiteX0" fmla="*/ 7293 w 2311549"/>
              <a:gd name="connsiteY0" fmla="*/ 0 h 2304256"/>
              <a:gd name="connsiteX1" fmla="*/ 2311549 w 2311549"/>
              <a:gd name="connsiteY1" fmla="*/ 0 h 2304256"/>
              <a:gd name="connsiteX2" fmla="*/ 2311549 w 2311549"/>
              <a:gd name="connsiteY2" fmla="*/ 2304256 h 2304256"/>
              <a:gd name="connsiteX3" fmla="*/ 7293 w 2311549"/>
              <a:gd name="connsiteY3" fmla="*/ 2304256 h 2304256"/>
              <a:gd name="connsiteX4" fmla="*/ 0 w 2311549"/>
              <a:gd name="connsiteY4" fmla="*/ 1683014 h 2304256"/>
              <a:gd name="connsiteX5" fmla="*/ 618333 w 2311549"/>
              <a:gd name="connsiteY5" fmla="*/ 1149613 h 2304256"/>
              <a:gd name="connsiteX6" fmla="*/ 7938 w 2311549"/>
              <a:gd name="connsiteY6" fmla="*/ 554300 h 2304256"/>
              <a:gd name="connsiteX7" fmla="*/ 7293 w 2311549"/>
              <a:gd name="connsiteY7" fmla="*/ 0 h 2304256"/>
              <a:gd name="connsiteX0" fmla="*/ 7293 w 2311549"/>
              <a:gd name="connsiteY0" fmla="*/ 0 h 2304256"/>
              <a:gd name="connsiteX1" fmla="*/ 2311549 w 2311549"/>
              <a:gd name="connsiteY1" fmla="*/ 0 h 2304256"/>
              <a:gd name="connsiteX2" fmla="*/ 2311549 w 2311549"/>
              <a:gd name="connsiteY2" fmla="*/ 2304256 h 2304256"/>
              <a:gd name="connsiteX3" fmla="*/ 7293 w 2311549"/>
              <a:gd name="connsiteY3" fmla="*/ 2304256 h 2304256"/>
              <a:gd name="connsiteX4" fmla="*/ 0 w 2311549"/>
              <a:gd name="connsiteY4" fmla="*/ 1683014 h 2304256"/>
              <a:gd name="connsiteX5" fmla="*/ 618333 w 2311549"/>
              <a:gd name="connsiteY5" fmla="*/ 1149613 h 2304256"/>
              <a:gd name="connsiteX6" fmla="*/ 7938 w 2311549"/>
              <a:gd name="connsiteY6" fmla="*/ 554300 h 2304256"/>
              <a:gd name="connsiteX7" fmla="*/ 7293 w 2311549"/>
              <a:gd name="connsiteY7" fmla="*/ 0 h 2304256"/>
              <a:gd name="connsiteX0" fmla="*/ 7293 w 2311549"/>
              <a:gd name="connsiteY0" fmla="*/ 0 h 2304256"/>
              <a:gd name="connsiteX1" fmla="*/ 2311549 w 2311549"/>
              <a:gd name="connsiteY1" fmla="*/ 0 h 2304256"/>
              <a:gd name="connsiteX2" fmla="*/ 2311549 w 2311549"/>
              <a:gd name="connsiteY2" fmla="*/ 2304256 h 2304256"/>
              <a:gd name="connsiteX3" fmla="*/ 7293 w 2311549"/>
              <a:gd name="connsiteY3" fmla="*/ 2304256 h 2304256"/>
              <a:gd name="connsiteX4" fmla="*/ 0 w 2311549"/>
              <a:gd name="connsiteY4" fmla="*/ 1683014 h 2304256"/>
              <a:gd name="connsiteX5" fmla="*/ 618333 w 2311549"/>
              <a:gd name="connsiteY5" fmla="*/ 1149613 h 2304256"/>
              <a:gd name="connsiteX6" fmla="*/ 7938 w 2311549"/>
              <a:gd name="connsiteY6" fmla="*/ 554300 h 2304256"/>
              <a:gd name="connsiteX7" fmla="*/ 7293 w 2311549"/>
              <a:gd name="connsiteY7" fmla="*/ 0 h 2304256"/>
              <a:gd name="connsiteX0" fmla="*/ 7293 w 2311549"/>
              <a:gd name="connsiteY0" fmla="*/ 0 h 2304256"/>
              <a:gd name="connsiteX1" fmla="*/ 2311549 w 2311549"/>
              <a:gd name="connsiteY1" fmla="*/ 0 h 2304256"/>
              <a:gd name="connsiteX2" fmla="*/ 2311549 w 2311549"/>
              <a:gd name="connsiteY2" fmla="*/ 2304256 h 2304256"/>
              <a:gd name="connsiteX3" fmla="*/ 7293 w 2311549"/>
              <a:gd name="connsiteY3" fmla="*/ 2304256 h 2304256"/>
              <a:gd name="connsiteX4" fmla="*/ 0 w 2311549"/>
              <a:gd name="connsiteY4" fmla="*/ 1683014 h 2304256"/>
              <a:gd name="connsiteX5" fmla="*/ 618333 w 2311549"/>
              <a:gd name="connsiteY5" fmla="*/ 1149613 h 2304256"/>
              <a:gd name="connsiteX6" fmla="*/ 7938 w 2311549"/>
              <a:gd name="connsiteY6" fmla="*/ 554300 h 2304256"/>
              <a:gd name="connsiteX7" fmla="*/ 7293 w 2311549"/>
              <a:gd name="connsiteY7" fmla="*/ 0 h 2304256"/>
              <a:gd name="connsiteX0" fmla="*/ 7293 w 2311549"/>
              <a:gd name="connsiteY0" fmla="*/ 0 h 2304256"/>
              <a:gd name="connsiteX1" fmla="*/ 2311549 w 2311549"/>
              <a:gd name="connsiteY1" fmla="*/ 0 h 2304256"/>
              <a:gd name="connsiteX2" fmla="*/ 2311549 w 2311549"/>
              <a:gd name="connsiteY2" fmla="*/ 2304256 h 2304256"/>
              <a:gd name="connsiteX3" fmla="*/ 7293 w 2311549"/>
              <a:gd name="connsiteY3" fmla="*/ 2304256 h 2304256"/>
              <a:gd name="connsiteX4" fmla="*/ 0 w 2311549"/>
              <a:gd name="connsiteY4" fmla="*/ 1683014 h 2304256"/>
              <a:gd name="connsiteX5" fmla="*/ 618333 w 2311549"/>
              <a:gd name="connsiteY5" fmla="*/ 1149613 h 2304256"/>
              <a:gd name="connsiteX6" fmla="*/ 7938 w 2311549"/>
              <a:gd name="connsiteY6" fmla="*/ 554300 h 2304256"/>
              <a:gd name="connsiteX7" fmla="*/ 7293 w 2311549"/>
              <a:gd name="connsiteY7" fmla="*/ 0 h 2304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11549" h="2304256">
                <a:moveTo>
                  <a:pt x="7293" y="0"/>
                </a:moveTo>
                <a:lnTo>
                  <a:pt x="2311549" y="0"/>
                </a:lnTo>
                <a:lnTo>
                  <a:pt x="2311549" y="2304256"/>
                </a:lnTo>
                <a:lnTo>
                  <a:pt x="7293" y="2304256"/>
                </a:lnTo>
                <a:cubicBezTo>
                  <a:pt x="-2389" y="2057840"/>
                  <a:pt x="1876" y="2072304"/>
                  <a:pt x="0" y="1683014"/>
                </a:cubicBezTo>
                <a:lnTo>
                  <a:pt x="618333" y="1149613"/>
                </a:lnTo>
                <a:cubicBezTo>
                  <a:pt x="482233" y="1011501"/>
                  <a:pt x="188359" y="718121"/>
                  <a:pt x="7938" y="554300"/>
                </a:cubicBezTo>
                <a:cubicBezTo>
                  <a:pt x="10104" y="369533"/>
                  <a:pt x="5127" y="184767"/>
                  <a:pt x="7293" y="0"/>
                </a:cubicBezTo>
                <a:close/>
              </a:path>
            </a:pathLst>
          </a:cu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576000" rtlCol="0" anchor="ctr"/>
          <a:lstStyle/>
          <a:p>
            <a:pPr algn="ctr"/>
            <a:r>
              <a:rPr lang="ru-RU" dirty="0"/>
              <a:t>Внешний</a:t>
            </a:r>
          </a:p>
          <a:p>
            <a:pPr algn="ctr"/>
            <a:r>
              <a:rPr lang="ru-RU" dirty="0"/>
              <a:t>класс</a:t>
            </a:r>
          </a:p>
        </p:txBody>
      </p:sp>
    </p:spTree>
    <p:extLst>
      <p:ext uri="{BB962C8B-B14F-4D97-AF65-F5344CB8AC3E}">
        <p14:creationId xmlns:p14="http://schemas.microsoft.com/office/powerpoint/2010/main" val="594257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11111E-6 L 0.14206 0.0009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096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 новой версии библиотеки изменился интерфейс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6816081" y="2416035"/>
            <a:ext cx="2310755" cy="2304256"/>
          </a:xfrm>
          <a:custGeom>
            <a:avLst/>
            <a:gdLst>
              <a:gd name="connsiteX0" fmla="*/ 0 w 2304256"/>
              <a:gd name="connsiteY0" fmla="*/ 0 h 2304256"/>
              <a:gd name="connsiteX1" fmla="*/ 2304256 w 2304256"/>
              <a:gd name="connsiteY1" fmla="*/ 0 h 2304256"/>
              <a:gd name="connsiteX2" fmla="*/ 2304256 w 2304256"/>
              <a:gd name="connsiteY2" fmla="*/ 2304256 h 2304256"/>
              <a:gd name="connsiteX3" fmla="*/ 0 w 2304256"/>
              <a:gd name="connsiteY3" fmla="*/ 2304256 h 2304256"/>
              <a:gd name="connsiteX4" fmla="*/ 0 w 2304256"/>
              <a:gd name="connsiteY4" fmla="*/ 0 h 2304256"/>
              <a:gd name="connsiteX0" fmla="*/ 6499 w 2310755"/>
              <a:gd name="connsiteY0" fmla="*/ 0 h 2304256"/>
              <a:gd name="connsiteX1" fmla="*/ 2310755 w 2310755"/>
              <a:gd name="connsiteY1" fmla="*/ 0 h 2304256"/>
              <a:gd name="connsiteX2" fmla="*/ 2310755 w 2310755"/>
              <a:gd name="connsiteY2" fmla="*/ 2304256 h 2304256"/>
              <a:gd name="connsiteX3" fmla="*/ 6499 w 2310755"/>
              <a:gd name="connsiteY3" fmla="*/ 2304256 h 2304256"/>
              <a:gd name="connsiteX4" fmla="*/ 0 w 2310755"/>
              <a:gd name="connsiteY4" fmla="*/ 554300 h 2304256"/>
              <a:gd name="connsiteX5" fmla="*/ 6499 w 2310755"/>
              <a:gd name="connsiteY5" fmla="*/ 0 h 2304256"/>
              <a:gd name="connsiteX0" fmla="*/ 174240 w 2478496"/>
              <a:gd name="connsiteY0" fmla="*/ 0 h 2304256"/>
              <a:gd name="connsiteX1" fmla="*/ 2478496 w 2478496"/>
              <a:gd name="connsiteY1" fmla="*/ 0 h 2304256"/>
              <a:gd name="connsiteX2" fmla="*/ 2478496 w 2478496"/>
              <a:gd name="connsiteY2" fmla="*/ 2304256 h 2304256"/>
              <a:gd name="connsiteX3" fmla="*/ 174240 w 2478496"/>
              <a:gd name="connsiteY3" fmla="*/ 2304256 h 2304256"/>
              <a:gd name="connsiteX4" fmla="*/ 162980 w 2478496"/>
              <a:gd name="connsiteY4" fmla="*/ 1683012 h 2304256"/>
              <a:gd name="connsiteX5" fmla="*/ 167741 w 2478496"/>
              <a:gd name="connsiteY5" fmla="*/ 554300 h 2304256"/>
              <a:gd name="connsiteX6" fmla="*/ 174240 w 2478496"/>
              <a:gd name="connsiteY6" fmla="*/ 0 h 2304256"/>
              <a:gd name="connsiteX0" fmla="*/ 11445 w 2315701"/>
              <a:gd name="connsiteY0" fmla="*/ 0 h 2304256"/>
              <a:gd name="connsiteX1" fmla="*/ 2315701 w 2315701"/>
              <a:gd name="connsiteY1" fmla="*/ 0 h 2304256"/>
              <a:gd name="connsiteX2" fmla="*/ 2315701 w 2315701"/>
              <a:gd name="connsiteY2" fmla="*/ 2304256 h 2304256"/>
              <a:gd name="connsiteX3" fmla="*/ 11445 w 2315701"/>
              <a:gd name="connsiteY3" fmla="*/ 2304256 h 2304256"/>
              <a:gd name="connsiteX4" fmla="*/ 185 w 2315701"/>
              <a:gd name="connsiteY4" fmla="*/ 1683012 h 2304256"/>
              <a:gd name="connsiteX5" fmla="*/ 4946 w 2315701"/>
              <a:gd name="connsiteY5" fmla="*/ 554300 h 2304256"/>
              <a:gd name="connsiteX6" fmla="*/ 11445 w 2315701"/>
              <a:gd name="connsiteY6" fmla="*/ 0 h 2304256"/>
              <a:gd name="connsiteX0" fmla="*/ 12299 w 2316555"/>
              <a:gd name="connsiteY0" fmla="*/ 0 h 2304256"/>
              <a:gd name="connsiteX1" fmla="*/ 2316555 w 2316555"/>
              <a:gd name="connsiteY1" fmla="*/ 0 h 2304256"/>
              <a:gd name="connsiteX2" fmla="*/ 2316555 w 2316555"/>
              <a:gd name="connsiteY2" fmla="*/ 2304256 h 2304256"/>
              <a:gd name="connsiteX3" fmla="*/ 12299 w 2316555"/>
              <a:gd name="connsiteY3" fmla="*/ 2304256 h 2304256"/>
              <a:gd name="connsiteX4" fmla="*/ 1039 w 2316555"/>
              <a:gd name="connsiteY4" fmla="*/ 1683012 h 2304256"/>
              <a:gd name="connsiteX5" fmla="*/ 1039 w 2316555"/>
              <a:gd name="connsiteY5" fmla="*/ 1116275 h 2304256"/>
              <a:gd name="connsiteX6" fmla="*/ 5800 w 2316555"/>
              <a:gd name="connsiteY6" fmla="*/ 554300 h 2304256"/>
              <a:gd name="connsiteX7" fmla="*/ 12299 w 2316555"/>
              <a:gd name="connsiteY7" fmla="*/ 0 h 2304256"/>
              <a:gd name="connsiteX0" fmla="*/ 12299 w 2316555"/>
              <a:gd name="connsiteY0" fmla="*/ 0 h 2304256"/>
              <a:gd name="connsiteX1" fmla="*/ 2316555 w 2316555"/>
              <a:gd name="connsiteY1" fmla="*/ 0 h 2304256"/>
              <a:gd name="connsiteX2" fmla="*/ 2316555 w 2316555"/>
              <a:gd name="connsiteY2" fmla="*/ 2304256 h 2304256"/>
              <a:gd name="connsiteX3" fmla="*/ 12299 w 2316555"/>
              <a:gd name="connsiteY3" fmla="*/ 2304256 h 2304256"/>
              <a:gd name="connsiteX4" fmla="*/ 1039 w 2316555"/>
              <a:gd name="connsiteY4" fmla="*/ 1683012 h 2304256"/>
              <a:gd name="connsiteX5" fmla="*/ 1039 w 2316555"/>
              <a:gd name="connsiteY5" fmla="*/ 1116275 h 2304256"/>
              <a:gd name="connsiteX6" fmla="*/ 5800 w 2316555"/>
              <a:gd name="connsiteY6" fmla="*/ 554300 h 2304256"/>
              <a:gd name="connsiteX7" fmla="*/ 12299 w 2316555"/>
              <a:gd name="connsiteY7" fmla="*/ 0 h 2304256"/>
              <a:gd name="connsiteX0" fmla="*/ 11267 w 2315523"/>
              <a:gd name="connsiteY0" fmla="*/ 0 h 2304256"/>
              <a:gd name="connsiteX1" fmla="*/ 2315523 w 2315523"/>
              <a:gd name="connsiteY1" fmla="*/ 0 h 2304256"/>
              <a:gd name="connsiteX2" fmla="*/ 2315523 w 2315523"/>
              <a:gd name="connsiteY2" fmla="*/ 2304256 h 2304256"/>
              <a:gd name="connsiteX3" fmla="*/ 11267 w 2315523"/>
              <a:gd name="connsiteY3" fmla="*/ 2304256 h 2304256"/>
              <a:gd name="connsiteX4" fmla="*/ 7 w 2315523"/>
              <a:gd name="connsiteY4" fmla="*/ 1683012 h 2304256"/>
              <a:gd name="connsiteX5" fmla="*/ 419107 w 2315523"/>
              <a:gd name="connsiteY5" fmla="*/ 1054363 h 2304256"/>
              <a:gd name="connsiteX6" fmla="*/ 4768 w 2315523"/>
              <a:gd name="connsiteY6" fmla="*/ 554300 h 2304256"/>
              <a:gd name="connsiteX7" fmla="*/ 11267 w 2315523"/>
              <a:gd name="connsiteY7" fmla="*/ 0 h 2304256"/>
              <a:gd name="connsiteX0" fmla="*/ 11267 w 2315523"/>
              <a:gd name="connsiteY0" fmla="*/ 0 h 2304256"/>
              <a:gd name="connsiteX1" fmla="*/ 2315523 w 2315523"/>
              <a:gd name="connsiteY1" fmla="*/ 0 h 2304256"/>
              <a:gd name="connsiteX2" fmla="*/ 2315523 w 2315523"/>
              <a:gd name="connsiteY2" fmla="*/ 2304256 h 2304256"/>
              <a:gd name="connsiteX3" fmla="*/ 11267 w 2315523"/>
              <a:gd name="connsiteY3" fmla="*/ 2304256 h 2304256"/>
              <a:gd name="connsiteX4" fmla="*/ 7 w 2315523"/>
              <a:gd name="connsiteY4" fmla="*/ 1683012 h 2304256"/>
              <a:gd name="connsiteX5" fmla="*/ 419107 w 2315523"/>
              <a:gd name="connsiteY5" fmla="*/ 1054363 h 2304256"/>
              <a:gd name="connsiteX6" fmla="*/ 4768 w 2315523"/>
              <a:gd name="connsiteY6" fmla="*/ 554300 h 2304256"/>
              <a:gd name="connsiteX7" fmla="*/ 11267 w 2315523"/>
              <a:gd name="connsiteY7" fmla="*/ 0 h 2304256"/>
              <a:gd name="connsiteX0" fmla="*/ 11260 w 2315516"/>
              <a:gd name="connsiteY0" fmla="*/ 0 h 2304256"/>
              <a:gd name="connsiteX1" fmla="*/ 2315516 w 2315516"/>
              <a:gd name="connsiteY1" fmla="*/ 0 h 2304256"/>
              <a:gd name="connsiteX2" fmla="*/ 2315516 w 2315516"/>
              <a:gd name="connsiteY2" fmla="*/ 2304256 h 2304256"/>
              <a:gd name="connsiteX3" fmla="*/ 11260 w 2315516"/>
              <a:gd name="connsiteY3" fmla="*/ 2304256 h 2304256"/>
              <a:gd name="connsiteX4" fmla="*/ 0 w 2315516"/>
              <a:gd name="connsiteY4" fmla="*/ 1683012 h 2304256"/>
              <a:gd name="connsiteX5" fmla="*/ 419100 w 2315516"/>
              <a:gd name="connsiteY5" fmla="*/ 1054363 h 2304256"/>
              <a:gd name="connsiteX6" fmla="*/ 4761 w 2315516"/>
              <a:gd name="connsiteY6" fmla="*/ 554300 h 2304256"/>
              <a:gd name="connsiteX7" fmla="*/ 11260 w 2315516"/>
              <a:gd name="connsiteY7" fmla="*/ 0 h 2304256"/>
              <a:gd name="connsiteX0" fmla="*/ 11260 w 2315516"/>
              <a:gd name="connsiteY0" fmla="*/ 0 h 2304256"/>
              <a:gd name="connsiteX1" fmla="*/ 2315516 w 2315516"/>
              <a:gd name="connsiteY1" fmla="*/ 0 h 2304256"/>
              <a:gd name="connsiteX2" fmla="*/ 2315516 w 2315516"/>
              <a:gd name="connsiteY2" fmla="*/ 2304256 h 2304256"/>
              <a:gd name="connsiteX3" fmla="*/ 11260 w 2315516"/>
              <a:gd name="connsiteY3" fmla="*/ 2304256 h 2304256"/>
              <a:gd name="connsiteX4" fmla="*/ 0 w 2315516"/>
              <a:gd name="connsiteY4" fmla="*/ 1683012 h 2304256"/>
              <a:gd name="connsiteX5" fmla="*/ 504825 w 2315516"/>
              <a:gd name="connsiteY5" fmla="*/ 1125800 h 2304256"/>
              <a:gd name="connsiteX6" fmla="*/ 4761 w 2315516"/>
              <a:gd name="connsiteY6" fmla="*/ 554300 h 2304256"/>
              <a:gd name="connsiteX7" fmla="*/ 11260 w 2315516"/>
              <a:gd name="connsiteY7" fmla="*/ 0 h 2304256"/>
              <a:gd name="connsiteX0" fmla="*/ 11260 w 2315516"/>
              <a:gd name="connsiteY0" fmla="*/ 0 h 2304256"/>
              <a:gd name="connsiteX1" fmla="*/ 2315516 w 2315516"/>
              <a:gd name="connsiteY1" fmla="*/ 0 h 2304256"/>
              <a:gd name="connsiteX2" fmla="*/ 2315516 w 2315516"/>
              <a:gd name="connsiteY2" fmla="*/ 2304256 h 2304256"/>
              <a:gd name="connsiteX3" fmla="*/ 11260 w 2315516"/>
              <a:gd name="connsiteY3" fmla="*/ 2304256 h 2304256"/>
              <a:gd name="connsiteX4" fmla="*/ 0 w 2315516"/>
              <a:gd name="connsiteY4" fmla="*/ 1683012 h 2304256"/>
              <a:gd name="connsiteX5" fmla="*/ 504825 w 2315516"/>
              <a:gd name="connsiteY5" fmla="*/ 1130563 h 2304256"/>
              <a:gd name="connsiteX6" fmla="*/ 4761 w 2315516"/>
              <a:gd name="connsiteY6" fmla="*/ 554300 h 2304256"/>
              <a:gd name="connsiteX7" fmla="*/ 11260 w 2315516"/>
              <a:gd name="connsiteY7" fmla="*/ 0 h 2304256"/>
              <a:gd name="connsiteX0" fmla="*/ 11260 w 2315516"/>
              <a:gd name="connsiteY0" fmla="*/ 0 h 2304256"/>
              <a:gd name="connsiteX1" fmla="*/ 2315516 w 2315516"/>
              <a:gd name="connsiteY1" fmla="*/ 0 h 2304256"/>
              <a:gd name="connsiteX2" fmla="*/ 2315516 w 2315516"/>
              <a:gd name="connsiteY2" fmla="*/ 2304256 h 2304256"/>
              <a:gd name="connsiteX3" fmla="*/ 11260 w 2315516"/>
              <a:gd name="connsiteY3" fmla="*/ 2304256 h 2304256"/>
              <a:gd name="connsiteX4" fmla="*/ 0 w 2315516"/>
              <a:gd name="connsiteY4" fmla="*/ 1683012 h 2304256"/>
              <a:gd name="connsiteX5" fmla="*/ 504825 w 2315516"/>
              <a:gd name="connsiteY5" fmla="*/ 1130563 h 2304256"/>
              <a:gd name="connsiteX6" fmla="*/ 4761 w 2315516"/>
              <a:gd name="connsiteY6" fmla="*/ 554300 h 2304256"/>
              <a:gd name="connsiteX7" fmla="*/ 11260 w 2315516"/>
              <a:gd name="connsiteY7" fmla="*/ 0 h 2304256"/>
              <a:gd name="connsiteX0" fmla="*/ 11260 w 2315516"/>
              <a:gd name="connsiteY0" fmla="*/ 0 h 2304256"/>
              <a:gd name="connsiteX1" fmla="*/ 2315516 w 2315516"/>
              <a:gd name="connsiteY1" fmla="*/ 0 h 2304256"/>
              <a:gd name="connsiteX2" fmla="*/ 2315516 w 2315516"/>
              <a:gd name="connsiteY2" fmla="*/ 2304256 h 2304256"/>
              <a:gd name="connsiteX3" fmla="*/ 11260 w 2315516"/>
              <a:gd name="connsiteY3" fmla="*/ 2304256 h 2304256"/>
              <a:gd name="connsiteX4" fmla="*/ 0 w 2315516"/>
              <a:gd name="connsiteY4" fmla="*/ 1683012 h 2304256"/>
              <a:gd name="connsiteX5" fmla="*/ 504825 w 2315516"/>
              <a:gd name="connsiteY5" fmla="*/ 1130563 h 2304256"/>
              <a:gd name="connsiteX6" fmla="*/ 4761 w 2315516"/>
              <a:gd name="connsiteY6" fmla="*/ 554300 h 2304256"/>
              <a:gd name="connsiteX7" fmla="*/ 11260 w 2315516"/>
              <a:gd name="connsiteY7" fmla="*/ 0 h 2304256"/>
              <a:gd name="connsiteX0" fmla="*/ 11260 w 2315516"/>
              <a:gd name="connsiteY0" fmla="*/ 0 h 2304256"/>
              <a:gd name="connsiteX1" fmla="*/ 2315516 w 2315516"/>
              <a:gd name="connsiteY1" fmla="*/ 0 h 2304256"/>
              <a:gd name="connsiteX2" fmla="*/ 2315516 w 2315516"/>
              <a:gd name="connsiteY2" fmla="*/ 2304256 h 2304256"/>
              <a:gd name="connsiteX3" fmla="*/ 11260 w 2315516"/>
              <a:gd name="connsiteY3" fmla="*/ 2304256 h 2304256"/>
              <a:gd name="connsiteX4" fmla="*/ 0 w 2315516"/>
              <a:gd name="connsiteY4" fmla="*/ 1746512 h 2304256"/>
              <a:gd name="connsiteX5" fmla="*/ 504825 w 2315516"/>
              <a:gd name="connsiteY5" fmla="*/ 1130563 h 2304256"/>
              <a:gd name="connsiteX6" fmla="*/ 4761 w 2315516"/>
              <a:gd name="connsiteY6" fmla="*/ 554300 h 2304256"/>
              <a:gd name="connsiteX7" fmla="*/ 11260 w 2315516"/>
              <a:gd name="connsiteY7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517525 w 2328216"/>
              <a:gd name="connsiteY5" fmla="*/ 1130563 h 2304256"/>
              <a:gd name="connsiteX6" fmla="*/ 17461 w 2328216"/>
              <a:gd name="connsiteY6" fmla="*/ 554300 h 2304256"/>
              <a:gd name="connsiteX7" fmla="*/ 23960 w 2328216"/>
              <a:gd name="connsiteY7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517525 w 2328216"/>
              <a:gd name="connsiteY5" fmla="*/ 1130563 h 2304256"/>
              <a:gd name="connsiteX6" fmla="*/ 17461 w 2328216"/>
              <a:gd name="connsiteY6" fmla="*/ 554300 h 2304256"/>
              <a:gd name="connsiteX7" fmla="*/ 23960 w 2328216"/>
              <a:gd name="connsiteY7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517525 w 2328216"/>
              <a:gd name="connsiteY5" fmla="*/ 1130563 h 2304256"/>
              <a:gd name="connsiteX6" fmla="*/ 17461 w 2328216"/>
              <a:gd name="connsiteY6" fmla="*/ 554300 h 2304256"/>
              <a:gd name="connsiteX7" fmla="*/ 23960 w 2328216"/>
              <a:gd name="connsiteY7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619125 w 2328216"/>
              <a:gd name="connsiteY5" fmla="*/ 1124213 h 2304256"/>
              <a:gd name="connsiteX6" fmla="*/ 17461 w 2328216"/>
              <a:gd name="connsiteY6" fmla="*/ 554300 h 2304256"/>
              <a:gd name="connsiteX7" fmla="*/ 23960 w 2328216"/>
              <a:gd name="connsiteY7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587375 w 2328216"/>
              <a:gd name="connsiteY5" fmla="*/ 1117863 h 2304256"/>
              <a:gd name="connsiteX6" fmla="*/ 17461 w 2328216"/>
              <a:gd name="connsiteY6" fmla="*/ 554300 h 2304256"/>
              <a:gd name="connsiteX7" fmla="*/ 23960 w 2328216"/>
              <a:gd name="connsiteY7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398292 w 2328216"/>
              <a:gd name="connsiteY5" fmla="*/ 1559187 h 2304256"/>
              <a:gd name="connsiteX6" fmla="*/ 587375 w 2328216"/>
              <a:gd name="connsiteY6" fmla="*/ 1117863 h 2304256"/>
              <a:gd name="connsiteX7" fmla="*/ 17461 w 2328216"/>
              <a:gd name="connsiteY7" fmla="*/ 554300 h 2304256"/>
              <a:gd name="connsiteX8" fmla="*/ 23960 w 2328216"/>
              <a:gd name="connsiteY8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398292 w 2328216"/>
              <a:gd name="connsiteY5" fmla="*/ 1559187 h 2304256"/>
              <a:gd name="connsiteX6" fmla="*/ 587375 w 2328216"/>
              <a:gd name="connsiteY6" fmla="*/ 1117863 h 2304256"/>
              <a:gd name="connsiteX7" fmla="*/ 17461 w 2328216"/>
              <a:gd name="connsiteY7" fmla="*/ 554300 h 2304256"/>
              <a:gd name="connsiteX8" fmla="*/ 23960 w 2328216"/>
              <a:gd name="connsiteY8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587375 w 2328216"/>
              <a:gd name="connsiteY6" fmla="*/ 1117863 h 2304256"/>
              <a:gd name="connsiteX7" fmla="*/ 17461 w 2328216"/>
              <a:gd name="connsiteY7" fmla="*/ 554300 h 2304256"/>
              <a:gd name="connsiteX8" fmla="*/ 23960 w 2328216"/>
              <a:gd name="connsiteY8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587375 w 2328216"/>
              <a:gd name="connsiteY6" fmla="*/ 1117863 h 2304256"/>
              <a:gd name="connsiteX7" fmla="*/ 17461 w 2328216"/>
              <a:gd name="connsiteY7" fmla="*/ 554300 h 2304256"/>
              <a:gd name="connsiteX8" fmla="*/ 23960 w 2328216"/>
              <a:gd name="connsiteY8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587375 w 2328216"/>
              <a:gd name="connsiteY6" fmla="*/ 1117863 h 2304256"/>
              <a:gd name="connsiteX7" fmla="*/ 17461 w 2328216"/>
              <a:gd name="connsiteY7" fmla="*/ 554300 h 2304256"/>
              <a:gd name="connsiteX8" fmla="*/ 23960 w 2328216"/>
              <a:gd name="connsiteY8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587375 w 2328216"/>
              <a:gd name="connsiteY6" fmla="*/ 1117863 h 2304256"/>
              <a:gd name="connsiteX7" fmla="*/ 17461 w 2328216"/>
              <a:gd name="connsiteY7" fmla="*/ 554300 h 2304256"/>
              <a:gd name="connsiteX8" fmla="*/ 23960 w 2328216"/>
              <a:gd name="connsiteY8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587375 w 2328216"/>
              <a:gd name="connsiteY6" fmla="*/ 1117863 h 2304256"/>
              <a:gd name="connsiteX7" fmla="*/ 17461 w 2328216"/>
              <a:gd name="connsiteY7" fmla="*/ 554300 h 2304256"/>
              <a:gd name="connsiteX8" fmla="*/ 23960 w 2328216"/>
              <a:gd name="connsiteY8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587375 w 2328216"/>
              <a:gd name="connsiteY6" fmla="*/ 1117863 h 2304256"/>
              <a:gd name="connsiteX7" fmla="*/ 17461 w 2328216"/>
              <a:gd name="connsiteY7" fmla="*/ 554300 h 2304256"/>
              <a:gd name="connsiteX8" fmla="*/ 23960 w 2328216"/>
              <a:gd name="connsiteY8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587375 w 2328216"/>
              <a:gd name="connsiteY6" fmla="*/ 111786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587375 w 2328216"/>
              <a:gd name="connsiteY6" fmla="*/ 111786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587375 w 2328216"/>
              <a:gd name="connsiteY6" fmla="*/ 111786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606425 w 2328216"/>
              <a:gd name="connsiteY6" fmla="*/ 118771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606425 w 2328216"/>
              <a:gd name="connsiteY6" fmla="*/ 116866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606425 w 2328216"/>
              <a:gd name="connsiteY6" fmla="*/ 116866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606425 w 2328216"/>
              <a:gd name="connsiteY6" fmla="*/ 116866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606425 w 2328216"/>
              <a:gd name="connsiteY6" fmla="*/ 116866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606425 w 2328216"/>
              <a:gd name="connsiteY6" fmla="*/ 116866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49092 w 2328216"/>
              <a:gd name="connsiteY5" fmla="*/ 1571887 h 2304256"/>
              <a:gd name="connsiteX6" fmla="*/ 606425 w 2328216"/>
              <a:gd name="connsiteY6" fmla="*/ 116866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74492 w 2328216"/>
              <a:gd name="connsiteY5" fmla="*/ 1559187 h 2304256"/>
              <a:gd name="connsiteX6" fmla="*/ 606425 w 2328216"/>
              <a:gd name="connsiteY6" fmla="*/ 116866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55442 w 2328216"/>
              <a:gd name="connsiteY5" fmla="*/ 1540137 h 2304256"/>
              <a:gd name="connsiteX6" fmla="*/ 606425 w 2328216"/>
              <a:gd name="connsiteY6" fmla="*/ 116866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55442 w 2328216"/>
              <a:gd name="connsiteY5" fmla="*/ 1540137 h 2304256"/>
              <a:gd name="connsiteX6" fmla="*/ 606425 w 2328216"/>
              <a:gd name="connsiteY6" fmla="*/ 116866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55442 w 2328216"/>
              <a:gd name="connsiteY5" fmla="*/ 1540137 h 2304256"/>
              <a:gd name="connsiteX6" fmla="*/ 606425 w 2328216"/>
              <a:gd name="connsiteY6" fmla="*/ 116866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6499 w 2310755"/>
              <a:gd name="connsiteY0" fmla="*/ 0 h 2304256"/>
              <a:gd name="connsiteX1" fmla="*/ 2310755 w 2310755"/>
              <a:gd name="connsiteY1" fmla="*/ 0 h 2304256"/>
              <a:gd name="connsiteX2" fmla="*/ 2310755 w 2310755"/>
              <a:gd name="connsiteY2" fmla="*/ 2304256 h 2304256"/>
              <a:gd name="connsiteX3" fmla="*/ 6499 w 2310755"/>
              <a:gd name="connsiteY3" fmla="*/ 2304256 h 2304256"/>
              <a:gd name="connsiteX4" fmla="*/ 1589 w 2310755"/>
              <a:gd name="connsiteY4" fmla="*/ 1763975 h 2304256"/>
              <a:gd name="connsiteX5" fmla="*/ 437981 w 2310755"/>
              <a:gd name="connsiteY5" fmla="*/ 1540137 h 2304256"/>
              <a:gd name="connsiteX6" fmla="*/ 588964 w 2310755"/>
              <a:gd name="connsiteY6" fmla="*/ 1168663 h 2304256"/>
              <a:gd name="connsiteX7" fmla="*/ 418931 w 2310755"/>
              <a:gd name="connsiteY7" fmla="*/ 727337 h 2304256"/>
              <a:gd name="connsiteX8" fmla="*/ 0 w 2310755"/>
              <a:gd name="connsiteY8" fmla="*/ 554300 h 2304256"/>
              <a:gd name="connsiteX9" fmla="*/ 6499 w 2310755"/>
              <a:gd name="connsiteY9" fmla="*/ 0 h 2304256"/>
              <a:gd name="connsiteX0" fmla="*/ 6499 w 2310755"/>
              <a:gd name="connsiteY0" fmla="*/ 0 h 2304256"/>
              <a:gd name="connsiteX1" fmla="*/ 2310755 w 2310755"/>
              <a:gd name="connsiteY1" fmla="*/ 0 h 2304256"/>
              <a:gd name="connsiteX2" fmla="*/ 2310755 w 2310755"/>
              <a:gd name="connsiteY2" fmla="*/ 2304256 h 2304256"/>
              <a:gd name="connsiteX3" fmla="*/ 6499 w 2310755"/>
              <a:gd name="connsiteY3" fmla="*/ 2304256 h 2304256"/>
              <a:gd name="connsiteX4" fmla="*/ 1589 w 2310755"/>
              <a:gd name="connsiteY4" fmla="*/ 1763975 h 2304256"/>
              <a:gd name="connsiteX5" fmla="*/ 437981 w 2310755"/>
              <a:gd name="connsiteY5" fmla="*/ 1540137 h 2304256"/>
              <a:gd name="connsiteX6" fmla="*/ 588964 w 2310755"/>
              <a:gd name="connsiteY6" fmla="*/ 1168663 h 2304256"/>
              <a:gd name="connsiteX7" fmla="*/ 418931 w 2310755"/>
              <a:gd name="connsiteY7" fmla="*/ 727337 h 2304256"/>
              <a:gd name="connsiteX8" fmla="*/ 0 w 2310755"/>
              <a:gd name="connsiteY8" fmla="*/ 554300 h 2304256"/>
              <a:gd name="connsiteX9" fmla="*/ 6499 w 2310755"/>
              <a:gd name="connsiteY9" fmla="*/ 0 h 2304256"/>
              <a:gd name="connsiteX0" fmla="*/ 6499 w 2310755"/>
              <a:gd name="connsiteY0" fmla="*/ 0 h 2304256"/>
              <a:gd name="connsiteX1" fmla="*/ 2310755 w 2310755"/>
              <a:gd name="connsiteY1" fmla="*/ 0 h 2304256"/>
              <a:gd name="connsiteX2" fmla="*/ 2310755 w 2310755"/>
              <a:gd name="connsiteY2" fmla="*/ 2304256 h 2304256"/>
              <a:gd name="connsiteX3" fmla="*/ 6499 w 2310755"/>
              <a:gd name="connsiteY3" fmla="*/ 2304256 h 2304256"/>
              <a:gd name="connsiteX4" fmla="*/ 1589 w 2310755"/>
              <a:gd name="connsiteY4" fmla="*/ 1763975 h 2304256"/>
              <a:gd name="connsiteX5" fmla="*/ 437981 w 2310755"/>
              <a:gd name="connsiteY5" fmla="*/ 1540137 h 2304256"/>
              <a:gd name="connsiteX6" fmla="*/ 588964 w 2310755"/>
              <a:gd name="connsiteY6" fmla="*/ 1168663 h 2304256"/>
              <a:gd name="connsiteX7" fmla="*/ 418931 w 2310755"/>
              <a:gd name="connsiteY7" fmla="*/ 727337 h 2304256"/>
              <a:gd name="connsiteX8" fmla="*/ 0 w 2310755"/>
              <a:gd name="connsiteY8" fmla="*/ 554300 h 2304256"/>
              <a:gd name="connsiteX9" fmla="*/ 6499 w 2310755"/>
              <a:gd name="connsiteY9" fmla="*/ 0 h 2304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10755" h="2304256">
                <a:moveTo>
                  <a:pt x="6499" y="0"/>
                </a:moveTo>
                <a:lnTo>
                  <a:pt x="2310755" y="0"/>
                </a:lnTo>
                <a:lnTo>
                  <a:pt x="2310755" y="2304256"/>
                </a:lnTo>
                <a:lnTo>
                  <a:pt x="6499" y="2304256"/>
                </a:lnTo>
                <a:cubicBezTo>
                  <a:pt x="-3183" y="2057840"/>
                  <a:pt x="1084" y="1993721"/>
                  <a:pt x="1589" y="1763975"/>
                </a:cubicBezTo>
                <a:cubicBezTo>
                  <a:pt x="176691" y="1749335"/>
                  <a:pt x="340085" y="1639356"/>
                  <a:pt x="437981" y="1540137"/>
                </a:cubicBezTo>
                <a:cubicBezTo>
                  <a:pt x="535877" y="1440918"/>
                  <a:pt x="585789" y="1354930"/>
                  <a:pt x="588964" y="1168663"/>
                </a:cubicBezTo>
                <a:cubicBezTo>
                  <a:pt x="592139" y="982396"/>
                  <a:pt x="517092" y="829731"/>
                  <a:pt x="418931" y="727337"/>
                </a:cubicBezTo>
                <a:cubicBezTo>
                  <a:pt x="320770" y="624943"/>
                  <a:pt x="208439" y="567573"/>
                  <a:pt x="0" y="554300"/>
                </a:cubicBezTo>
                <a:cubicBezTo>
                  <a:pt x="2166" y="369533"/>
                  <a:pt x="4333" y="184767"/>
                  <a:pt x="6499" y="0"/>
                </a:cubicBezTo>
                <a:close/>
              </a:path>
            </a:pathLst>
          </a:cu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576000" rtlCol="0" anchor="ctr"/>
          <a:lstStyle/>
          <a:p>
            <a:pPr algn="ctr"/>
            <a:r>
              <a:rPr lang="ru-RU" dirty="0"/>
              <a:t>Внешний</a:t>
            </a:r>
          </a:p>
          <a:p>
            <a:pPr algn="ctr"/>
            <a:r>
              <a:rPr lang="ru-RU" dirty="0"/>
              <a:t>класс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2877952" y="2416035"/>
            <a:ext cx="2828326" cy="2304256"/>
          </a:xfrm>
          <a:custGeom>
            <a:avLst/>
            <a:gdLst>
              <a:gd name="connsiteX0" fmla="*/ 0 w 2232248"/>
              <a:gd name="connsiteY0" fmla="*/ 0 h 2304256"/>
              <a:gd name="connsiteX1" fmla="*/ 2232248 w 2232248"/>
              <a:gd name="connsiteY1" fmla="*/ 0 h 2304256"/>
              <a:gd name="connsiteX2" fmla="*/ 2232248 w 2232248"/>
              <a:gd name="connsiteY2" fmla="*/ 2304256 h 2304256"/>
              <a:gd name="connsiteX3" fmla="*/ 0 w 2232248"/>
              <a:gd name="connsiteY3" fmla="*/ 2304256 h 2304256"/>
              <a:gd name="connsiteX4" fmla="*/ 0 w 2232248"/>
              <a:gd name="connsiteY4" fmla="*/ 0 h 2304256"/>
              <a:gd name="connsiteX0" fmla="*/ 0 w 2232248"/>
              <a:gd name="connsiteY0" fmla="*/ 0 h 2304256"/>
              <a:gd name="connsiteX1" fmla="*/ 2232248 w 2232248"/>
              <a:gd name="connsiteY1" fmla="*/ 0 h 2304256"/>
              <a:gd name="connsiteX2" fmla="*/ 2218726 w 2232248"/>
              <a:gd name="connsiteY2" fmla="*/ 1119223 h 2304256"/>
              <a:gd name="connsiteX3" fmla="*/ 2232248 w 2232248"/>
              <a:gd name="connsiteY3" fmla="*/ 2304256 h 2304256"/>
              <a:gd name="connsiteX4" fmla="*/ 0 w 2232248"/>
              <a:gd name="connsiteY4" fmla="*/ 2304256 h 2304256"/>
              <a:gd name="connsiteX5" fmla="*/ 0 w 2232248"/>
              <a:gd name="connsiteY5" fmla="*/ 0 h 2304256"/>
              <a:gd name="connsiteX0" fmla="*/ 0 w 2233240"/>
              <a:gd name="connsiteY0" fmla="*/ 0 h 2304256"/>
              <a:gd name="connsiteX1" fmla="*/ 2232248 w 2233240"/>
              <a:gd name="connsiteY1" fmla="*/ 0 h 2304256"/>
              <a:gd name="connsiteX2" fmla="*/ 2233240 w 2233240"/>
              <a:gd name="connsiteY2" fmla="*/ 553166 h 2304256"/>
              <a:gd name="connsiteX3" fmla="*/ 2218726 w 2233240"/>
              <a:gd name="connsiteY3" fmla="*/ 1119223 h 2304256"/>
              <a:gd name="connsiteX4" fmla="*/ 2232248 w 2233240"/>
              <a:gd name="connsiteY4" fmla="*/ 2304256 h 2304256"/>
              <a:gd name="connsiteX5" fmla="*/ 0 w 2233240"/>
              <a:gd name="connsiteY5" fmla="*/ 2304256 h 2304256"/>
              <a:gd name="connsiteX6" fmla="*/ 0 w 2233240"/>
              <a:gd name="connsiteY6" fmla="*/ 0 h 2304256"/>
              <a:gd name="connsiteX0" fmla="*/ 0 w 2233240"/>
              <a:gd name="connsiteY0" fmla="*/ 0 h 2304256"/>
              <a:gd name="connsiteX1" fmla="*/ 2232248 w 2233240"/>
              <a:gd name="connsiteY1" fmla="*/ 0 h 2304256"/>
              <a:gd name="connsiteX2" fmla="*/ 2233240 w 2233240"/>
              <a:gd name="connsiteY2" fmla="*/ 553166 h 2304256"/>
              <a:gd name="connsiteX3" fmla="*/ 2218726 w 2233240"/>
              <a:gd name="connsiteY3" fmla="*/ 1119223 h 2304256"/>
              <a:gd name="connsiteX4" fmla="*/ 2204211 w 2233240"/>
              <a:gd name="connsiteY4" fmla="*/ 1685280 h 2304256"/>
              <a:gd name="connsiteX5" fmla="*/ 2232248 w 2233240"/>
              <a:gd name="connsiteY5" fmla="*/ 2304256 h 2304256"/>
              <a:gd name="connsiteX6" fmla="*/ 0 w 2233240"/>
              <a:gd name="connsiteY6" fmla="*/ 2304256 h 2304256"/>
              <a:gd name="connsiteX7" fmla="*/ 0 w 2233240"/>
              <a:gd name="connsiteY7" fmla="*/ 0 h 2304256"/>
              <a:gd name="connsiteX0" fmla="*/ 0 w 2828326"/>
              <a:gd name="connsiteY0" fmla="*/ 0 h 2304256"/>
              <a:gd name="connsiteX1" fmla="*/ 2232248 w 2828326"/>
              <a:gd name="connsiteY1" fmla="*/ 0 h 2304256"/>
              <a:gd name="connsiteX2" fmla="*/ 2233240 w 2828326"/>
              <a:gd name="connsiteY2" fmla="*/ 553166 h 2304256"/>
              <a:gd name="connsiteX3" fmla="*/ 2828326 w 2828326"/>
              <a:gd name="connsiteY3" fmla="*/ 1148252 h 2304256"/>
              <a:gd name="connsiteX4" fmla="*/ 2204211 w 2828326"/>
              <a:gd name="connsiteY4" fmla="*/ 1685280 h 2304256"/>
              <a:gd name="connsiteX5" fmla="*/ 2232248 w 2828326"/>
              <a:gd name="connsiteY5" fmla="*/ 2304256 h 2304256"/>
              <a:gd name="connsiteX6" fmla="*/ 0 w 2828326"/>
              <a:gd name="connsiteY6" fmla="*/ 2304256 h 2304256"/>
              <a:gd name="connsiteX7" fmla="*/ 0 w 2828326"/>
              <a:gd name="connsiteY7" fmla="*/ 0 h 2304256"/>
              <a:gd name="connsiteX0" fmla="*/ 0 w 2828326"/>
              <a:gd name="connsiteY0" fmla="*/ 0 h 2304256"/>
              <a:gd name="connsiteX1" fmla="*/ 2232248 w 2828326"/>
              <a:gd name="connsiteY1" fmla="*/ 0 h 2304256"/>
              <a:gd name="connsiteX2" fmla="*/ 2233240 w 2828326"/>
              <a:gd name="connsiteY2" fmla="*/ 553166 h 2304256"/>
              <a:gd name="connsiteX3" fmla="*/ 2828326 w 2828326"/>
              <a:gd name="connsiteY3" fmla="*/ 1148252 h 2304256"/>
              <a:gd name="connsiteX4" fmla="*/ 2229611 w 2828326"/>
              <a:gd name="connsiteY4" fmla="*/ 1672580 h 2304256"/>
              <a:gd name="connsiteX5" fmla="*/ 2232248 w 2828326"/>
              <a:gd name="connsiteY5" fmla="*/ 2304256 h 2304256"/>
              <a:gd name="connsiteX6" fmla="*/ 0 w 2828326"/>
              <a:gd name="connsiteY6" fmla="*/ 2304256 h 2304256"/>
              <a:gd name="connsiteX7" fmla="*/ 0 w 2828326"/>
              <a:gd name="connsiteY7" fmla="*/ 0 h 2304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28326" h="2304256">
                <a:moveTo>
                  <a:pt x="0" y="0"/>
                </a:moveTo>
                <a:lnTo>
                  <a:pt x="2232248" y="0"/>
                </a:lnTo>
                <a:cubicBezTo>
                  <a:pt x="2232579" y="184389"/>
                  <a:pt x="2232909" y="368777"/>
                  <a:pt x="2233240" y="553166"/>
                </a:cubicBezTo>
                <a:lnTo>
                  <a:pt x="2828326" y="1148252"/>
                </a:lnTo>
                <a:lnTo>
                  <a:pt x="2229611" y="1672580"/>
                </a:lnTo>
                <a:lnTo>
                  <a:pt x="2232248" y="2304256"/>
                </a:lnTo>
                <a:lnTo>
                  <a:pt x="0" y="230425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Ins="1080000" rtlCol="0" anchor="ctr"/>
          <a:lstStyle/>
          <a:p>
            <a:pPr algn="ctr"/>
            <a:r>
              <a:rPr lang="ru-RU" dirty="0"/>
              <a:t>Существующая система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77952" y="4870901"/>
            <a:ext cx="62488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Интерфейс классов отличается от того, для которого был написан код. Система работать не будет!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7952" y="5471254"/>
            <a:ext cx="46630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Код внешних классов недоступен для изменения</a:t>
            </a:r>
          </a:p>
        </p:txBody>
      </p:sp>
    </p:spTree>
    <p:extLst>
      <p:ext uri="{BB962C8B-B14F-4D97-AF65-F5344CB8AC3E}">
        <p14:creationId xmlns:p14="http://schemas.microsoft.com/office/powerpoint/2010/main" val="631504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11111E-6 L 0.13972 1.1111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7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11111E-6 L 0.13972 1.11111E-6 " pathEditMode="relative" rAng="0" ptsTypes="AA">
                                      <p:cBhvr>
                                        <p:cTn id="9" dur="200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7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 – переписать систему!</a:t>
            </a:r>
          </a:p>
        </p:txBody>
      </p:sp>
      <p:sp>
        <p:nvSpPr>
          <p:cNvPr id="5" name="Прямоугольник 5"/>
          <p:cNvSpPr/>
          <p:nvPr/>
        </p:nvSpPr>
        <p:spPr>
          <a:xfrm>
            <a:off x="6816081" y="2416035"/>
            <a:ext cx="2310755" cy="2304256"/>
          </a:xfrm>
          <a:custGeom>
            <a:avLst/>
            <a:gdLst>
              <a:gd name="connsiteX0" fmla="*/ 0 w 2304256"/>
              <a:gd name="connsiteY0" fmla="*/ 0 h 2304256"/>
              <a:gd name="connsiteX1" fmla="*/ 2304256 w 2304256"/>
              <a:gd name="connsiteY1" fmla="*/ 0 h 2304256"/>
              <a:gd name="connsiteX2" fmla="*/ 2304256 w 2304256"/>
              <a:gd name="connsiteY2" fmla="*/ 2304256 h 2304256"/>
              <a:gd name="connsiteX3" fmla="*/ 0 w 2304256"/>
              <a:gd name="connsiteY3" fmla="*/ 2304256 h 2304256"/>
              <a:gd name="connsiteX4" fmla="*/ 0 w 2304256"/>
              <a:gd name="connsiteY4" fmla="*/ 0 h 2304256"/>
              <a:gd name="connsiteX0" fmla="*/ 6499 w 2310755"/>
              <a:gd name="connsiteY0" fmla="*/ 0 h 2304256"/>
              <a:gd name="connsiteX1" fmla="*/ 2310755 w 2310755"/>
              <a:gd name="connsiteY1" fmla="*/ 0 h 2304256"/>
              <a:gd name="connsiteX2" fmla="*/ 2310755 w 2310755"/>
              <a:gd name="connsiteY2" fmla="*/ 2304256 h 2304256"/>
              <a:gd name="connsiteX3" fmla="*/ 6499 w 2310755"/>
              <a:gd name="connsiteY3" fmla="*/ 2304256 h 2304256"/>
              <a:gd name="connsiteX4" fmla="*/ 0 w 2310755"/>
              <a:gd name="connsiteY4" fmla="*/ 554300 h 2304256"/>
              <a:gd name="connsiteX5" fmla="*/ 6499 w 2310755"/>
              <a:gd name="connsiteY5" fmla="*/ 0 h 2304256"/>
              <a:gd name="connsiteX0" fmla="*/ 174240 w 2478496"/>
              <a:gd name="connsiteY0" fmla="*/ 0 h 2304256"/>
              <a:gd name="connsiteX1" fmla="*/ 2478496 w 2478496"/>
              <a:gd name="connsiteY1" fmla="*/ 0 h 2304256"/>
              <a:gd name="connsiteX2" fmla="*/ 2478496 w 2478496"/>
              <a:gd name="connsiteY2" fmla="*/ 2304256 h 2304256"/>
              <a:gd name="connsiteX3" fmla="*/ 174240 w 2478496"/>
              <a:gd name="connsiteY3" fmla="*/ 2304256 h 2304256"/>
              <a:gd name="connsiteX4" fmla="*/ 162980 w 2478496"/>
              <a:gd name="connsiteY4" fmla="*/ 1683012 h 2304256"/>
              <a:gd name="connsiteX5" fmla="*/ 167741 w 2478496"/>
              <a:gd name="connsiteY5" fmla="*/ 554300 h 2304256"/>
              <a:gd name="connsiteX6" fmla="*/ 174240 w 2478496"/>
              <a:gd name="connsiteY6" fmla="*/ 0 h 2304256"/>
              <a:gd name="connsiteX0" fmla="*/ 11445 w 2315701"/>
              <a:gd name="connsiteY0" fmla="*/ 0 h 2304256"/>
              <a:gd name="connsiteX1" fmla="*/ 2315701 w 2315701"/>
              <a:gd name="connsiteY1" fmla="*/ 0 h 2304256"/>
              <a:gd name="connsiteX2" fmla="*/ 2315701 w 2315701"/>
              <a:gd name="connsiteY2" fmla="*/ 2304256 h 2304256"/>
              <a:gd name="connsiteX3" fmla="*/ 11445 w 2315701"/>
              <a:gd name="connsiteY3" fmla="*/ 2304256 h 2304256"/>
              <a:gd name="connsiteX4" fmla="*/ 185 w 2315701"/>
              <a:gd name="connsiteY4" fmla="*/ 1683012 h 2304256"/>
              <a:gd name="connsiteX5" fmla="*/ 4946 w 2315701"/>
              <a:gd name="connsiteY5" fmla="*/ 554300 h 2304256"/>
              <a:gd name="connsiteX6" fmla="*/ 11445 w 2315701"/>
              <a:gd name="connsiteY6" fmla="*/ 0 h 2304256"/>
              <a:gd name="connsiteX0" fmla="*/ 12299 w 2316555"/>
              <a:gd name="connsiteY0" fmla="*/ 0 h 2304256"/>
              <a:gd name="connsiteX1" fmla="*/ 2316555 w 2316555"/>
              <a:gd name="connsiteY1" fmla="*/ 0 h 2304256"/>
              <a:gd name="connsiteX2" fmla="*/ 2316555 w 2316555"/>
              <a:gd name="connsiteY2" fmla="*/ 2304256 h 2304256"/>
              <a:gd name="connsiteX3" fmla="*/ 12299 w 2316555"/>
              <a:gd name="connsiteY3" fmla="*/ 2304256 h 2304256"/>
              <a:gd name="connsiteX4" fmla="*/ 1039 w 2316555"/>
              <a:gd name="connsiteY4" fmla="*/ 1683012 h 2304256"/>
              <a:gd name="connsiteX5" fmla="*/ 1039 w 2316555"/>
              <a:gd name="connsiteY5" fmla="*/ 1116275 h 2304256"/>
              <a:gd name="connsiteX6" fmla="*/ 5800 w 2316555"/>
              <a:gd name="connsiteY6" fmla="*/ 554300 h 2304256"/>
              <a:gd name="connsiteX7" fmla="*/ 12299 w 2316555"/>
              <a:gd name="connsiteY7" fmla="*/ 0 h 2304256"/>
              <a:gd name="connsiteX0" fmla="*/ 12299 w 2316555"/>
              <a:gd name="connsiteY0" fmla="*/ 0 h 2304256"/>
              <a:gd name="connsiteX1" fmla="*/ 2316555 w 2316555"/>
              <a:gd name="connsiteY1" fmla="*/ 0 h 2304256"/>
              <a:gd name="connsiteX2" fmla="*/ 2316555 w 2316555"/>
              <a:gd name="connsiteY2" fmla="*/ 2304256 h 2304256"/>
              <a:gd name="connsiteX3" fmla="*/ 12299 w 2316555"/>
              <a:gd name="connsiteY3" fmla="*/ 2304256 h 2304256"/>
              <a:gd name="connsiteX4" fmla="*/ 1039 w 2316555"/>
              <a:gd name="connsiteY4" fmla="*/ 1683012 h 2304256"/>
              <a:gd name="connsiteX5" fmla="*/ 1039 w 2316555"/>
              <a:gd name="connsiteY5" fmla="*/ 1116275 h 2304256"/>
              <a:gd name="connsiteX6" fmla="*/ 5800 w 2316555"/>
              <a:gd name="connsiteY6" fmla="*/ 554300 h 2304256"/>
              <a:gd name="connsiteX7" fmla="*/ 12299 w 2316555"/>
              <a:gd name="connsiteY7" fmla="*/ 0 h 2304256"/>
              <a:gd name="connsiteX0" fmla="*/ 11267 w 2315523"/>
              <a:gd name="connsiteY0" fmla="*/ 0 h 2304256"/>
              <a:gd name="connsiteX1" fmla="*/ 2315523 w 2315523"/>
              <a:gd name="connsiteY1" fmla="*/ 0 h 2304256"/>
              <a:gd name="connsiteX2" fmla="*/ 2315523 w 2315523"/>
              <a:gd name="connsiteY2" fmla="*/ 2304256 h 2304256"/>
              <a:gd name="connsiteX3" fmla="*/ 11267 w 2315523"/>
              <a:gd name="connsiteY3" fmla="*/ 2304256 h 2304256"/>
              <a:gd name="connsiteX4" fmla="*/ 7 w 2315523"/>
              <a:gd name="connsiteY4" fmla="*/ 1683012 h 2304256"/>
              <a:gd name="connsiteX5" fmla="*/ 419107 w 2315523"/>
              <a:gd name="connsiteY5" fmla="*/ 1054363 h 2304256"/>
              <a:gd name="connsiteX6" fmla="*/ 4768 w 2315523"/>
              <a:gd name="connsiteY6" fmla="*/ 554300 h 2304256"/>
              <a:gd name="connsiteX7" fmla="*/ 11267 w 2315523"/>
              <a:gd name="connsiteY7" fmla="*/ 0 h 2304256"/>
              <a:gd name="connsiteX0" fmla="*/ 11267 w 2315523"/>
              <a:gd name="connsiteY0" fmla="*/ 0 h 2304256"/>
              <a:gd name="connsiteX1" fmla="*/ 2315523 w 2315523"/>
              <a:gd name="connsiteY1" fmla="*/ 0 h 2304256"/>
              <a:gd name="connsiteX2" fmla="*/ 2315523 w 2315523"/>
              <a:gd name="connsiteY2" fmla="*/ 2304256 h 2304256"/>
              <a:gd name="connsiteX3" fmla="*/ 11267 w 2315523"/>
              <a:gd name="connsiteY3" fmla="*/ 2304256 h 2304256"/>
              <a:gd name="connsiteX4" fmla="*/ 7 w 2315523"/>
              <a:gd name="connsiteY4" fmla="*/ 1683012 h 2304256"/>
              <a:gd name="connsiteX5" fmla="*/ 419107 w 2315523"/>
              <a:gd name="connsiteY5" fmla="*/ 1054363 h 2304256"/>
              <a:gd name="connsiteX6" fmla="*/ 4768 w 2315523"/>
              <a:gd name="connsiteY6" fmla="*/ 554300 h 2304256"/>
              <a:gd name="connsiteX7" fmla="*/ 11267 w 2315523"/>
              <a:gd name="connsiteY7" fmla="*/ 0 h 2304256"/>
              <a:gd name="connsiteX0" fmla="*/ 11260 w 2315516"/>
              <a:gd name="connsiteY0" fmla="*/ 0 h 2304256"/>
              <a:gd name="connsiteX1" fmla="*/ 2315516 w 2315516"/>
              <a:gd name="connsiteY1" fmla="*/ 0 h 2304256"/>
              <a:gd name="connsiteX2" fmla="*/ 2315516 w 2315516"/>
              <a:gd name="connsiteY2" fmla="*/ 2304256 h 2304256"/>
              <a:gd name="connsiteX3" fmla="*/ 11260 w 2315516"/>
              <a:gd name="connsiteY3" fmla="*/ 2304256 h 2304256"/>
              <a:gd name="connsiteX4" fmla="*/ 0 w 2315516"/>
              <a:gd name="connsiteY4" fmla="*/ 1683012 h 2304256"/>
              <a:gd name="connsiteX5" fmla="*/ 419100 w 2315516"/>
              <a:gd name="connsiteY5" fmla="*/ 1054363 h 2304256"/>
              <a:gd name="connsiteX6" fmla="*/ 4761 w 2315516"/>
              <a:gd name="connsiteY6" fmla="*/ 554300 h 2304256"/>
              <a:gd name="connsiteX7" fmla="*/ 11260 w 2315516"/>
              <a:gd name="connsiteY7" fmla="*/ 0 h 2304256"/>
              <a:gd name="connsiteX0" fmla="*/ 11260 w 2315516"/>
              <a:gd name="connsiteY0" fmla="*/ 0 h 2304256"/>
              <a:gd name="connsiteX1" fmla="*/ 2315516 w 2315516"/>
              <a:gd name="connsiteY1" fmla="*/ 0 h 2304256"/>
              <a:gd name="connsiteX2" fmla="*/ 2315516 w 2315516"/>
              <a:gd name="connsiteY2" fmla="*/ 2304256 h 2304256"/>
              <a:gd name="connsiteX3" fmla="*/ 11260 w 2315516"/>
              <a:gd name="connsiteY3" fmla="*/ 2304256 h 2304256"/>
              <a:gd name="connsiteX4" fmla="*/ 0 w 2315516"/>
              <a:gd name="connsiteY4" fmla="*/ 1683012 h 2304256"/>
              <a:gd name="connsiteX5" fmla="*/ 504825 w 2315516"/>
              <a:gd name="connsiteY5" fmla="*/ 1125800 h 2304256"/>
              <a:gd name="connsiteX6" fmla="*/ 4761 w 2315516"/>
              <a:gd name="connsiteY6" fmla="*/ 554300 h 2304256"/>
              <a:gd name="connsiteX7" fmla="*/ 11260 w 2315516"/>
              <a:gd name="connsiteY7" fmla="*/ 0 h 2304256"/>
              <a:gd name="connsiteX0" fmla="*/ 11260 w 2315516"/>
              <a:gd name="connsiteY0" fmla="*/ 0 h 2304256"/>
              <a:gd name="connsiteX1" fmla="*/ 2315516 w 2315516"/>
              <a:gd name="connsiteY1" fmla="*/ 0 h 2304256"/>
              <a:gd name="connsiteX2" fmla="*/ 2315516 w 2315516"/>
              <a:gd name="connsiteY2" fmla="*/ 2304256 h 2304256"/>
              <a:gd name="connsiteX3" fmla="*/ 11260 w 2315516"/>
              <a:gd name="connsiteY3" fmla="*/ 2304256 h 2304256"/>
              <a:gd name="connsiteX4" fmla="*/ 0 w 2315516"/>
              <a:gd name="connsiteY4" fmla="*/ 1683012 h 2304256"/>
              <a:gd name="connsiteX5" fmla="*/ 504825 w 2315516"/>
              <a:gd name="connsiteY5" fmla="*/ 1130563 h 2304256"/>
              <a:gd name="connsiteX6" fmla="*/ 4761 w 2315516"/>
              <a:gd name="connsiteY6" fmla="*/ 554300 h 2304256"/>
              <a:gd name="connsiteX7" fmla="*/ 11260 w 2315516"/>
              <a:gd name="connsiteY7" fmla="*/ 0 h 2304256"/>
              <a:gd name="connsiteX0" fmla="*/ 11260 w 2315516"/>
              <a:gd name="connsiteY0" fmla="*/ 0 h 2304256"/>
              <a:gd name="connsiteX1" fmla="*/ 2315516 w 2315516"/>
              <a:gd name="connsiteY1" fmla="*/ 0 h 2304256"/>
              <a:gd name="connsiteX2" fmla="*/ 2315516 w 2315516"/>
              <a:gd name="connsiteY2" fmla="*/ 2304256 h 2304256"/>
              <a:gd name="connsiteX3" fmla="*/ 11260 w 2315516"/>
              <a:gd name="connsiteY3" fmla="*/ 2304256 h 2304256"/>
              <a:gd name="connsiteX4" fmla="*/ 0 w 2315516"/>
              <a:gd name="connsiteY4" fmla="*/ 1683012 h 2304256"/>
              <a:gd name="connsiteX5" fmla="*/ 504825 w 2315516"/>
              <a:gd name="connsiteY5" fmla="*/ 1130563 h 2304256"/>
              <a:gd name="connsiteX6" fmla="*/ 4761 w 2315516"/>
              <a:gd name="connsiteY6" fmla="*/ 554300 h 2304256"/>
              <a:gd name="connsiteX7" fmla="*/ 11260 w 2315516"/>
              <a:gd name="connsiteY7" fmla="*/ 0 h 2304256"/>
              <a:gd name="connsiteX0" fmla="*/ 11260 w 2315516"/>
              <a:gd name="connsiteY0" fmla="*/ 0 h 2304256"/>
              <a:gd name="connsiteX1" fmla="*/ 2315516 w 2315516"/>
              <a:gd name="connsiteY1" fmla="*/ 0 h 2304256"/>
              <a:gd name="connsiteX2" fmla="*/ 2315516 w 2315516"/>
              <a:gd name="connsiteY2" fmla="*/ 2304256 h 2304256"/>
              <a:gd name="connsiteX3" fmla="*/ 11260 w 2315516"/>
              <a:gd name="connsiteY3" fmla="*/ 2304256 h 2304256"/>
              <a:gd name="connsiteX4" fmla="*/ 0 w 2315516"/>
              <a:gd name="connsiteY4" fmla="*/ 1683012 h 2304256"/>
              <a:gd name="connsiteX5" fmla="*/ 504825 w 2315516"/>
              <a:gd name="connsiteY5" fmla="*/ 1130563 h 2304256"/>
              <a:gd name="connsiteX6" fmla="*/ 4761 w 2315516"/>
              <a:gd name="connsiteY6" fmla="*/ 554300 h 2304256"/>
              <a:gd name="connsiteX7" fmla="*/ 11260 w 2315516"/>
              <a:gd name="connsiteY7" fmla="*/ 0 h 2304256"/>
              <a:gd name="connsiteX0" fmla="*/ 11260 w 2315516"/>
              <a:gd name="connsiteY0" fmla="*/ 0 h 2304256"/>
              <a:gd name="connsiteX1" fmla="*/ 2315516 w 2315516"/>
              <a:gd name="connsiteY1" fmla="*/ 0 h 2304256"/>
              <a:gd name="connsiteX2" fmla="*/ 2315516 w 2315516"/>
              <a:gd name="connsiteY2" fmla="*/ 2304256 h 2304256"/>
              <a:gd name="connsiteX3" fmla="*/ 11260 w 2315516"/>
              <a:gd name="connsiteY3" fmla="*/ 2304256 h 2304256"/>
              <a:gd name="connsiteX4" fmla="*/ 0 w 2315516"/>
              <a:gd name="connsiteY4" fmla="*/ 1746512 h 2304256"/>
              <a:gd name="connsiteX5" fmla="*/ 504825 w 2315516"/>
              <a:gd name="connsiteY5" fmla="*/ 1130563 h 2304256"/>
              <a:gd name="connsiteX6" fmla="*/ 4761 w 2315516"/>
              <a:gd name="connsiteY6" fmla="*/ 554300 h 2304256"/>
              <a:gd name="connsiteX7" fmla="*/ 11260 w 2315516"/>
              <a:gd name="connsiteY7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517525 w 2328216"/>
              <a:gd name="connsiteY5" fmla="*/ 1130563 h 2304256"/>
              <a:gd name="connsiteX6" fmla="*/ 17461 w 2328216"/>
              <a:gd name="connsiteY6" fmla="*/ 554300 h 2304256"/>
              <a:gd name="connsiteX7" fmla="*/ 23960 w 2328216"/>
              <a:gd name="connsiteY7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517525 w 2328216"/>
              <a:gd name="connsiteY5" fmla="*/ 1130563 h 2304256"/>
              <a:gd name="connsiteX6" fmla="*/ 17461 w 2328216"/>
              <a:gd name="connsiteY6" fmla="*/ 554300 h 2304256"/>
              <a:gd name="connsiteX7" fmla="*/ 23960 w 2328216"/>
              <a:gd name="connsiteY7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517525 w 2328216"/>
              <a:gd name="connsiteY5" fmla="*/ 1130563 h 2304256"/>
              <a:gd name="connsiteX6" fmla="*/ 17461 w 2328216"/>
              <a:gd name="connsiteY6" fmla="*/ 554300 h 2304256"/>
              <a:gd name="connsiteX7" fmla="*/ 23960 w 2328216"/>
              <a:gd name="connsiteY7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619125 w 2328216"/>
              <a:gd name="connsiteY5" fmla="*/ 1124213 h 2304256"/>
              <a:gd name="connsiteX6" fmla="*/ 17461 w 2328216"/>
              <a:gd name="connsiteY6" fmla="*/ 554300 h 2304256"/>
              <a:gd name="connsiteX7" fmla="*/ 23960 w 2328216"/>
              <a:gd name="connsiteY7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587375 w 2328216"/>
              <a:gd name="connsiteY5" fmla="*/ 1117863 h 2304256"/>
              <a:gd name="connsiteX6" fmla="*/ 17461 w 2328216"/>
              <a:gd name="connsiteY6" fmla="*/ 554300 h 2304256"/>
              <a:gd name="connsiteX7" fmla="*/ 23960 w 2328216"/>
              <a:gd name="connsiteY7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398292 w 2328216"/>
              <a:gd name="connsiteY5" fmla="*/ 1559187 h 2304256"/>
              <a:gd name="connsiteX6" fmla="*/ 587375 w 2328216"/>
              <a:gd name="connsiteY6" fmla="*/ 1117863 h 2304256"/>
              <a:gd name="connsiteX7" fmla="*/ 17461 w 2328216"/>
              <a:gd name="connsiteY7" fmla="*/ 554300 h 2304256"/>
              <a:gd name="connsiteX8" fmla="*/ 23960 w 2328216"/>
              <a:gd name="connsiteY8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398292 w 2328216"/>
              <a:gd name="connsiteY5" fmla="*/ 1559187 h 2304256"/>
              <a:gd name="connsiteX6" fmla="*/ 587375 w 2328216"/>
              <a:gd name="connsiteY6" fmla="*/ 1117863 h 2304256"/>
              <a:gd name="connsiteX7" fmla="*/ 17461 w 2328216"/>
              <a:gd name="connsiteY7" fmla="*/ 554300 h 2304256"/>
              <a:gd name="connsiteX8" fmla="*/ 23960 w 2328216"/>
              <a:gd name="connsiteY8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587375 w 2328216"/>
              <a:gd name="connsiteY6" fmla="*/ 1117863 h 2304256"/>
              <a:gd name="connsiteX7" fmla="*/ 17461 w 2328216"/>
              <a:gd name="connsiteY7" fmla="*/ 554300 h 2304256"/>
              <a:gd name="connsiteX8" fmla="*/ 23960 w 2328216"/>
              <a:gd name="connsiteY8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587375 w 2328216"/>
              <a:gd name="connsiteY6" fmla="*/ 1117863 h 2304256"/>
              <a:gd name="connsiteX7" fmla="*/ 17461 w 2328216"/>
              <a:gd name="connsiteY7" fmla="*/ 554300 h 2304256"/>
              <a:gd name="connsiteX8" fmla="*/ 23960 w 2328216"/>
              <a:gd name="connsiteY8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587375 w 2328216"/>
              <a:gd name="connsiteY6" fmla="*/ 1117863 h 2304256"/>
              <a:gd name="connsiteX7" fmla="*/ 17461 w 2328216"/>
              <a:gd name="connsiteY7" fmla="*/ 554300 h 2304256"/>
              <a:gd name="connsiteX8" fmla="*/ 23960 w 2328216"/>
              <a:gd name="connsiteY8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587375 w 2328216"/>
              <a:gd name="connsiteY6" fmla="*/ 1117863 h 2304256"/>
              <a:gd name="connsiteX7" fmla="*/ 17461 w 2328216"/>
              <a:gd name="connsiteY7" fmla="*/ 554300 h 2304256"/>
              <a:gd name="connsiteX8" fmla="*/ 23960 w 2328216"/>
              <a:gd name="connsiteY8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587375 w 2328216"/>
              <a:gd name="connsiteY6" fmla="*/ 1117863 h 2304256"/>
              <a:gd name="connsiteX7" fmla="*/ 17461 w 2328216"/>
              <a:gd name="connsiteY7" fmla="*/ 554300 h 2304256"/>
              <a:gd name="connsiteX8" fmla="*/ 23960 w 2328216"/>
              <a:gd name="connsiteY8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587375 w 2328216"/>
              <a:gd name="connsiteY6" fmla="*/ 1117863 h 2304256"/>
              <a:gd name="connsiteX7" fmla="*/ 17461 w 2328216"/>
              <a:gd name="connsiteY7" fmla="*/ 554300 h 2304256"/>
              <a:gd name="connsiteX8" fmla="*/ 23960 w 2328216"/>
              <a:gd name="connsiteY8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587375 w 2328216"/>
              <a:gd name="connsiteY6" fmla="*/ 111786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587375 w 2328216"/>
              <a:gd name="connsiteY6" fmla="*/ 111786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587375 w 2328216"/>
              <a:gd name="connsiteY6" fmla="*/ 111786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606425 w 2328216"/>
              <a:gd name="connsiteY6" fmla="*/ 118771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606425 w 2328216"/>
              <a:gd name="connsiteY6" fmla="*/ 116866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606425 w 2328216"/>
              <a:gd name="connsiteY6" fmla="*/ 116866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606425 w 2328216"/>
              <a:gd name="connsiteY6" fmla="*/ 116866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606425 w 2328216"/>
              <a:gd name="connsiteY6" fmla="*/ 116866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606425 w 2328216"/>
              <a:gd name="connsiteY6" fmla="*/ 116866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49092 w 2328216"/>
              <a:gd name="connsiteY5" fmla="*/ 1571887 h 2304256"/>
              <a:gd name="connsiteX6" fmla="*/ 606425 w 2328216"/>
              <a:gd name="connsiteY6" fmla="*/ 116866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74492 w 2328216"/>
              <a:gd name="connsiteY5" fmla="*/ 1559187 h 2304256"/>
              <a:gd name="connsiteX6" fmla="*/ 606425 w 2328216"/>
              <a:gd name="connsiteY6" fmla="*/ 116866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55442 w 2328216"/>
              <a:gd name="connsiteY5" fmla="*/ 1540137 h 2304256"/>
              <a:gd name="connsiteX6" fmla="*/ 606425 w 2328216"/>
              <a:gd name="connsiteY6" fmla="*/ 116866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55442 w 2328216"/>
              <a:gd name="connsiteY5" fmla="*/ 1540137 h 2304256"/>
              <a:gd name="connsiteX6" fmla="*/ 606425 w 2328216"/>
              <a:gd name="connsiteY6" fmla="*/ 116866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55442 w 2328216"/>
              <a:gd name="connsiteY5" fmla="*/ 1540137 h 2304256"/>
              <a:gd name="connsiteX6" fmla="*/ 606425 w 2328216"/>
              <a:gd name="connsiteY6" fmla="*/ 116866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6499 w 2310755"/>
              <a:gd name="connsiteY0" fmla="*/ 0 h 2304256"/>
              <a:gd name="connsiteX1" fmla="*/ 2310755 w 2310755"/>
              <a:gd name="connsiteY1" fmla="*/ 0 h 2304256"/>
              <a:gd name="connsiteX2" fmla="*/ 2310755 w 2310755"/>
              <a:gd name="connsiteY2" fmla="*/ 2304256 h 2304256"/>
              <a:gd name="connsiteX3" fmla="*/ 6499 w 2310755"/>
              <a:gd name="connsiteY3" fmla="*/ 2304256 h 2304256"/>
              <a:gd name="connsiteX4" fmla="*/ 1589 w 2310755"/>
              <a:gd name="connsiteY4" fmla="*/ 1763975 h 2304256"/>
              <a:gd name="connsiteX5" fmla="*/ 437981 w 2310755"/>
              <a:gd name="connsiteY5" fmla="*/ 1540137 h 2304256"/>
              <a:gd name="connsiteX6" fmla="*/ 588964 w 2310755"/>
              <a:gd name="connsiteY6" fmla="*/ 1168663 h 2304256"/>
              <a:gd name="connsiteX7" fmla="*/ 418931 w 2310755"/>
              <a:gd name="connsiteY7" fmla="*/ 727337 h 2304256"/>
              <a:gd name="connsiteX8" fmla="*/ 0 w 2310755"/>
              <a:gd name="connsiteY8" fmla="*/ 554300 h 2304256"/>
              <a:gd name="connsiteX9" fmla="*/ 6499 w 2310755"/>
              <a:gd name="connsiteY9" fmla="*/ 0 h 2304256"/>
              <a:gd name="connsiteX0" fmla="*/ 6499 w 2310755"/>
              <a:gd name="connsiteY0" fmla="*/ 0 h 2304256"/>
              <a:gd name="connsiteX1" fmla="*/ 2310755 w 2310755"/>
              <a:gd name="connsiteY1" fmla="*/ 0 h 2304256"/>
              <a:gd name="connsiteX2" fmla="*/ 2310755 w 2310755"/>
              <a:gd name="connsiteY2" fmla="*/ 2304256 h 2304256"/>
              <a:gd name="connsiteX3" fmla="*/ 6499 w 2310755"/>
              <a:gd name="connsiteY3" fmla="*/ 2304256 h 2304256"/>
              <a:gd name="connsiteX4" fmla="*/ 1589 w 2310755"/>
              <a:gd name="connsiteY4" fmla="*/ 1763975 h 2304256"/>
              <a:gd name="connsiteX5" fmla="*/ 437981 w 2310755"/>
              <a:gd name="connsiteY5" fmla="*/ 1540137 h 2304256"/>
              <a:gd name="connsiteX6" fmla="*/ 588964 w 2310755"/>
              <a:gd name="connsiteY6" fmla="*/ 1168663 h 2304256"/>
              <a:gd name="connsiteX7" fmla="*/ 418931 w 2310755"/>
              <a:gd name="connsiteY7" fmla="*/ 727337 h 2304256"/>
              <a:gd name="connsiteX8" fmla="*/ 0 w 2310755"/>
              <a:gd name="connsiteY8" fmla="*/ 554300 h 2304256"/>
              <a:gd name="connsiteX9" fmla="*/ 6499 w 2310755"/>
              <a:gd name="connsiteY9" fmla="*/ 0 h 2304256"/>
              <a:gd name="connsiteX0" fmla="*/ 6499 w 2310755"/>
              <a:gd name="connsiteY0" fmla="*/ 0 h 2304256"/>
              <a:gd name="connsiteX1" fmla="*/ 2310755 w 2310755"/>
              <a:gd name="connsiteY1" fmla="*/ 0 h 2304256"/>
              <a:gd name="connsiteX2" fmla="*/ 2310755 w 2310755"/>
              <a:gd name="connsiteY2" fmla="*/ 2304256 h 2304256"/>
              <a:gd name="connsiteX3" fmla="*/ 6499 w 2310755"/>
              <a:gd name="connsiteY3" fmla="*/ 2304256 h 2304256"/>
              <a:gd name="connsiteX4" fmla="*/ 1589 w 2310755"/>
              <a:gd name="connsiteY4" fmla="*/ 1763975 h 2304256"/>
              <a:gd name="connsiteX5" fmla="*/ 437981 w 2310755"/>
              <a:gd name="connsiteY5" fmla="*/ 1540137 h 2304256"/>
              <a:gd name="connsiteX6" fmla="*/ 588964 w 2310755"/>
              <a:gd name="connsiteY6" fmla="*/ 1168663 h 2304256"/>
              <a:gd name="connsiteX7" fmla="*/ 418931 w 2310755"/>
              <a:gd name="connsiteY7" fmla="*/ 727337 h 2304256"/>
              <a:gd name="connsiteX8" fmla="*/ 0 w 2310755"/>
              <a:gd name="connsiteY8" fmla="*/ 554300 h 2304256"/>
              <a:gd name="connsiteX9" fmla="*/ 6499 w 2310755"/>
              <a:gd name="connsiteY9" fmla="*/ 0 h 2304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10755" h="2304256">
                <a:moveTo>
                  <a:pt x="6499" y="0"/>
                </a:moveTo>
                <a:lnTo>
                  <a:pt x="2310755" y="0"/>
                </a:lnTo>
                <a:lnTo>
                  <a:pt x="2310755" y="2304256"/>
                </a:lnTo>
                <a:lnTo>
                  <a:pt x="6499" y="2304256"/>
                </a:lnTo>
                <a:cubicBezTo>
                  <a:pt x="-3183" y="2057840"/>
                  <a:pt x="1084" y="1993721"/>
                  <a:pt x="1589" y="1763975"/>
                </a:cubicBezTo>
                <a:cubicBezTo>
                  <a:pt x="176691" y="1749335"/>
                  <a:pt x="340085" y="1639356"/>
                  <a:pt x="437981" y="1540137"/>
                </a:cubicBezTo>
                <a:cubicBezTo>
                  <a:pt x="535877" y="1440918"/>
                  <a:pt x="585789" y="1354930"/>
                  <a:pt x="588964" y="1168663"/>
                </a:cubicBezTo>
                <a:cubicBezTo>
                  <a:pt x="592139" y="982396"/>
                  <a:pt x="517092" y="829731"/>
                  <a:pt x="418931" y="727337"/>
                </a:cubicBezTo>
                <a:cubicBezTo>
                  <a:pt x="320770" y="624943"/>
                  <a:pt x="208439" y="567573"/>
                  <a:pt x="0" y="554300"/>
                </a:cubicBezTo>
                <a:cubicBezTo>
                  <a:pt x="2166" y="369533"/>
                  <a:pt x="4333" y="184767"/>
                  <a:pt x="6499" y="0"/>
                </a:cubicBezTo>
                <a:close/>
              </a:path>
            </a:pathLst>
          </a:cu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576000" rtlCol="0" anchor="ctr"/>
          <a:lstStyle/>
          <a:p>
            <a:pPr algn="ctr"/>
            <a:r>
              <a:rPr lang="ru-RU" dirty="0"/>
              <a:t>Внешний</a:t>
            </a:r>
            <a:endParaRPr lang="en-US" dirty="0"/>
          </a:p>
          <a:p>
            <a:pPr algn="ctr"/>
            <a:r>
              <a:rPr lang="ru-RU" dirty="0"/>
              <a:t>класс</a:t>
            </a:r>
          </a:p>
        </p:txBody>
      </p:sp>
      <p:sp>
        <p:nvSpPr>
          <p:cNvPr id="6" name="Прямоугольник 4"/>
          <p:cNvSpPr/>
          <p:nvPr/>
        </p:nvSpPr>
        <p:spPr>
          <a:xfrm>
            <a:off x="2880418" y="2416035"/>
            <a:ext cx="2828387" cy="2304256"/>
          </a:xfrm>
          <a:custGeom>
            <a:avLst/>
            <a:gdLst>
              <a:gd name="connsiteX0" fmla="*/ 0 w 2232248"/>
              <a:gd name="connsiteY0" fmla="*/ 0 h 2304256"/>
              <a:gd name="connsiteX1" fmla="*/ 2232248 w 2232248"/>
              <a:gd name="connsiteY1" fmla="*/ 0 h 2304256"/>
              <a:gd name="connsiteX2" fmla="*/ 2232248 w 2232248"/>
              <a:gd name="connsiteY2" fmla="*/ 2304256 h 2304256"/>
              <a:gd name="connsiteX3" fmla="*/ 0 w 2232248"/>
              <a:gd name="connsiteY3" fmla="*/ 2304256 h 2304256"/>
              <a:gd name="connsiteX4" fmla="*/ 0 w 2232248"/>
              <a:gd name="connsiteY4" fmla="*/ 0 h 2304256"/>
              <a:gd name="connsiteX0" fmla="*/ 0 w 2232248"/>
              <a:gd name="connsiteY0" fmla="*/ 0 h 2304256"/>
              <a:gd name="connsiteX1" fmla="*/ 2232248 w 2232248"/>
              <a:gd name="connsiteY1" fmla="*/ 0 h 2304256"/>
              <a:gd name="connsiteX2" fmla="*/ 2218726 w 2232248"/>
              <a:gd name="connsiteY2" fmla="*/ 1119223 h 2304256"/>
              <a:gd name="connsiteX3" fmla="*/ 2232248 w 2232248"/>
              <a:gd name="connsiteY3" fmla="*/ 2304256 h 2304256"/>
              <a:gd name="connsiteX4" fmla="*/ 0 w 2232248"/>
              <a:gd name="connsiteY4" fmla="*/ 2304256 h 2304256"/>
              <a:gd name="connsiteX5" fmla="*/ 0 w 2232248"/>
              <a:gd name="connsiteY5" fmla="*/ 0 h 2304256"/>
              <a:gd name="connsiteX0" fmla="*/ 0 w 2233240"/>
              <a:gd name="connsiteY0" fmla="*/ 0 h 2304256"/>
              <a:gd name="connsiteX1" fmla="*/ 2232248 w 2233240"/>
              <a:gd name="connsiteY1" fmla="*/ 0 h 2304256"/>
              <a:gd name="connsiteX2" fmla="*/ 2233240 w 2233240"/>
              <a:gd name="connsiteY2" fmla="*/ 553166 h 2304256"/>
              <a:gd name="connsiteX3" fmla="*/ 2218726 w 2233240"/>
              <a:gd name="connsiteY3" fmla="*/ 1119223 h 2304256"/>
              <a:gd name="connsiteX4" fmla="*/ 2232248 w 2233240"/>
              <a:gd name="connsiteY4" fmla="*/ 2304256 h 2304256"/>
              <a:gd name="connsiteX5" fmla="*/ 0 w 2233240"/>
              <a:gd name="connsiteY5" fmla="*/ 2304256 h 2304256"/>
              <a:gd name="connsiteX6" fmla="*/ 0 w 2233240"/>
              <a:gd name="connsiteY6" fmla="*/ 0 h 2304256"/>
              <a:gd name="connsiteX0" fmla="*/ 0 w 2233240"/>
              <a:gd name="connsiteY0" fmla="*/ 0 h 2304256"/>
              <a:gd name="connsiteX1" fmla="*/ 2232248 w 2233240"/>
              <a:gd name="connsiteY1" fmla="*/ 0 h 2304256"/>
              <a:gd name="connsiteX2" fmla="*/ 2233240 w 2233240"/>
              <a:gd name="connsiteY2" fmla="*/ 553166 h 2304256"/>
              <a:gd name="connsiteX3" fmla="*/ 2218726 w 2233240"/>
              <a:gd name="connsiteY3" fmla="*/ 1119223 h 2304256"/>
              <a:gd name="connsiteX4" fmla="*/ 2204211 w 2233240"/>
              <a:gd name="connsiteY4" fmla="*/ 1685280 h 2304256"/>
              <a:gd name="connsiteX5" fmla="*/ 2232248 w 2233240"/>
              <a:gd name="connsiteY5" fmla="*/ 2304256 h 2304256"/>
              <a:gd name="connsiteX6" fmla="*/ 0 w 2233240"/>
              <a:gd name="connsiteY6" fmla="*/ 2304256 h 2304256"/>
              <a:gd name="connsiteX7" fmla="*/ 0 w 2233240"/>
              <a:gd name="connsiteY7" fmla="*/ 0 h 2304256"/>
              <a:gd name="connsiteX0" fmla="*/ 0 w 2828326"/>
              <a:gd name="connsiteY0" fmla="*/ 0 h 2304256"/>
              <a:gd name="connsiteX1" fmla="*/ 2232248 w 2828326"/>
              <a:gd name="connsiteY1" fmla="*/ 0 h 2304256"/>
              <a:gd name="connsiteX2" fmla="*/ 2233240 w 2828326"/>
              <a:gd name="connsiteY2" fmla="*/ 553166 h 2304256"/>
              <a:gd name="connsiteX3" fmla="*/ 2828326 w 2828326"/>
              <a:gd name="connsiteY3" fmla="*/ 1148252 h 2304256"/>
              <a:gd name="connsiteX4" fmla="*/ 2204211 w 2828326"/>
              <a:gd name="connsiteY4" fmla="*/ 1685280 h 2304256"/>
              <a:gd name="connsiteX5" fmla="*/ 2232248 w 2828326"/>
              <a:gd name="connsiteY5" fmla="*/ 2304256 h 2304256"/>
              <a:gd name="connsiteX6" fmla="*/ 0 w 2828326"/>
              <a:gd name="connsiteY6" fmla="*/ 2304256 h 2304256"/>
              <a:gd name="connsiteX7" fmla="*/ 0 w 2828326"/>
              <a:gd name="connsiteY7" fmla="*/ 0 h 2304256"/>
              <a:gd name="connsiteX0" fmla="*/ 0 w 2828326"/>
              <a:gd name="connsiteY0" fmla="*/ 0 h 2304256"/>
              <a:gd name="connsiteX1" fmla="*/ 2232248 w 2828326"/>
              <a:gd name="connsiteY1" fmla="*/ 0 h 2304256"/>
              <a:gd name="connsiteX2" fmla="*/ 2233240 w 2828326"/>
              <a:gd name="connsiteY2" fmla="*/ 553166 h 2304256"/>
              <a:gd name="connsiteX3" fmla="*/ 2828326 w 2828326"/>
              <a:gd name="connsiteY3" fmla="*/ 1148252 h 2304256"/>
              <a:gd name="connsiteX4" fmla="*/ 2229611 w 2828326"/>
              <a:gd name="connsiteY4" fmla="*/ 1672580 h 2304256"/>
              <a:gd name="connsiteX5" fmla="*/ 2232248 w 2828326"/>
              <a:gd name="connsiteY5" fmla="*/ 2304256 h 2304256"/>
              <a:gd name="connsiteX6" fmla="*/ 0 w 2828326"/>
              <a:gd name="connsiteY6" fmla="*/ 2304256 h 2304256"/>
              <a:gd name="connsiteX7" fmla="*/ 0 w 2828326"/>
              <a:gd name="connsiteY7" fmla="*/ 0 h 2304256"/>
              <a:gd name="connsiteX0" fmla="*/ 0 w 2828326"/>
              <a:gd name="connsiteY0" fmla="*/ 0 h 2304256"/>
              <a:gd name="connsiteX1" fmla="*/ 2232248 w 2828326"/>
              <a:gd name="connsiteY1" fmla="*/ 0 h 2304256"/>
              <a:gd name="connsiteX2" fmla="*/ 2233240 w 2828326"/>
              <a:gd name="connsiteY2" fmla="*/ 553166 h 2304256"/>
              <a:gd name="connsiteX3" fmla="*/ 2525898 w 2828326"/>
              <a:gd name="connsiteY3" fmla="*/ 835165 h 2304256"/>
              <a:gd name="connsiteX4" fmla="*/ 2828326 w 2828326"/>
              <a:gd name="connsiteY4" fmla="*/ 1148252 h 2304256"/>
              <a:gd name="connsiteX5" fmla="*/ 2229611 w 2828326"/>
              <a:gd name="connsiteY5" fmla="*/ 1672580 h 2304256"/>
              <a:gd name="connsiteX6" fmla="*/ 2232248 w 2828326"/>
              <a:gd name="connsiteY6" fmla="*/ 2304256 h 2304256"/>
              <a:gd name="connsiteX7" fmla="*/ 0 w 2828326"/>
              <a:gd name="connsiteY7" fmla="*/ 2304256 h 2304256"/>
              <a:gd name="connsiteX8" fmla="*/ 0 w 2828326"/>
              <a:gd name="connsiteY8" fmla="*/ 0 h 2304256"/>
              <a:gd name="connsiteX0" fmla="*/ 0 w 2828326"/>
              <a:gd name="connsiteY0" fmla="*/ 0 h 2304256"/>
              <a:gd name="connsiteX1" fmla="*/ 2232248 w 2828326"/>
              <a:gd name="connsiteY1" fmla="*/ 0 h 2304256"/>
              <a:gd name="connsiteX2" fmla="*/ 2233240 w 2828326"/>
              <a:gd name="connsiteY2" fmla="*/ 553166 h 2304256"/>
              <a:gd name="connsiteX3" fmla="*/ 2525898 w 2828326"/>
              <a:gd name="connsiteY3" fmla="*/ 835165 h 2304256"/>
              <a:gd name="connsiteX4" fmla="*/ 2828326 w 2828326"/>
              <a:gd name="connsiteY4" fmla="*/ 1148252 h 2304256"/>
              <a:gd name="connsiteX5" fmla="*/ 2481448 w 2828326"/>
              <a:gd name="connsiteY5" fmla="*/ 1438415 h 2304256"/>
              <a:gd name="connsiteX6" fmla="*/ 2229611 w 2828326"/>
              <a:gd name="connsiteY6" fmla="*/ 1672580 h 2304256"/>
              <a:gd name="connsiteX7" fmla="*/ 2232248 w 2828326"/>
              <a:gd name="connsiteY7" fmla="*/ 2304256 h 2304256"/>
              <a:gd name="connsiteX8" fmla="*/ 0 w 2828326"/>
              <a:gd name="connsiteY8" fmla="*/ 2304256 h 2304256"/>
              <a:gd name="connsiteX9" fmla="*/ 0 w 2828326"/>
              <a:gd name="connsiteY9" fmla="*/ 0 h 2304256"/>
              <a:gd name="connsiteX0" fmla="*/ 0 w 2828516"/>
              <a:gd name="connsiteY0" fmla="*/ 0 h 2304256"/>
              <a:gd name="connsiteX1" fmla="*/ 2232248 w 2828516"/>
              <a:gd name="connsiteY1" fmla="*/ 0 h 2304256"/>
              <a:gd name="connsiteX2" fmla="*/ 2233240 w 2828516"/>
              <a:gd name="connsiteY2" fmla="*/ 553166 h 2304256"/>
              <a:gd name="connsiteX3" fmla="*/ 2525898 w 2828516"/>
              <a:gd name="connsiteY3" fmla="*/ 835165 h 2304256"/>
              <a:gd name="connsiteX4" fmla="*/ 2828326 w 2828516"/>
              <a:gd name="connsiteY4" fmla="*/ 1148252 h 2304256"/>
              <a:gd name="connsiteX5" fmla="*/ 2481448 w 2828516"/>
              <a:gd name="connsiteY5" fmla="*/ 1438415 h 2304256"/>
              <a:gd name="connsiteX6" fmla="*/ 2229611 w 2828516"/>
              <a:gd name="connsiteY6" fmla="*/ 1672580 h 2304256"/>
              <a:gd name="connsiteX7" fmla="*/ 2232248 w 2828516"/>
              <a:gd name="connsiteY7" fmla="*/ 2304256 h 2304256"/>
              <a:gd name="connsiteX8" fmla="*/ 0 w 2828516"/>
              <a:gd name="connsiteY8" fmla="*/ 2304256 h 2304256"/>
              <a:gd name="connsiteX9" fmla="*/ 0 w 2828516"/>
              <a:gd name="connsiteY9" fmla="*/ 0 h 2304256"/>
              <a:gd name="connsiteX0" fmla="*/ 0 w 2828516"/>
              <a:gd name="connsiteY0" fmla="*/ 0 h 2304256"/>
              <a:gd name="connsiteX1" fmla="*/ 2232248 w 2828516"/>
              <a:gd name="connsiteY1" fmla="*/ 0 h 2304256"/>
              <a:gd name="connsiteX2" fmla="*/ 2233240 w 2828516"/>
              <a:gd name="connsiteY2" fmla="*/ 553166 h 2304256"/>
              <a:gd name="connsiteX3" fmla="*/ 2525898 w 2828516"/>
              <a:gd name="connsiteY3" fmla="*/ 835165 h 2304256"/>
              <a:gd name="connsiteX4" fmla="*/ 2828326 w 2828516"/>
              <a:gd name="connsiteY4" fmla="*/ 1148252 h 2304256"/>
              <a:gd name="connsiteX5" fmla="*/ 2481448 w 2828516"/>
              <a:gd name="connsiteY5" fmla="*/ 1438415 h 2304256"/>
              <a:gd name="connsiteX6" fmla="*/ 2229611 w 2828516"/>
              <a:gd name="connsiteY6" fmla="*/ 1672580 h 2304256"/>
              <a:gd name="connsiteX7" fmla="*/ 2232248 w 2828516"/>
              <a:gd name="connsiteY7" fmla="*/ 2304256 h 2304256"/>
              <a:gd name="connsiteX8" fmla="*/ 0 w 2828516"/>
              <a:gd name="connsiteY8" fmla="*/ 2304256 h 2304256"/>
              <a:gd name="connsiteX9" fmla="*/ 0 w 2828516"/>
              <a:gd name="connsiteY9" fmla="*/ 0 h 2304256"/>
              <a:gd name="connsiteX0" fmla="*/ 0 w 2828516"/>
              <a:gd name="connsiteY0" fmla="*/ 0 h 2304256"/>
              <a:gd name="connsiteX1" fmla="*/ 2232248 w 2828516"/>
              <a:gd name="connsiteY1" fmla="*/ 0 h 2304256"/>
              <a:gd name="connsiteX2" fmla="*/ 2233240 w 2828516"/>
              <a:gd name="connsiteY2" fmla="*/ 553166 h 2304256"/>
              <a:gd name="connsiteX3" fmla="*/ 2525898 w 2828516"/>
              <a:gd name="connsiteY3" fmla="*/ 835165 h 2304256"/>
              <a:gd name="connsiteX4" fmla="*/ 2828326 w 2828516"/>
              <a:gd name="connsiteY4" fmla="*/ 1148252 h 2304256"/>
              <a:gd name="connsiteX5" fmla="*/ 2481448 w 2828516"/>
              <a:gd name="connsiteY5" fmla="*/ 1438415 h 2304256"/>
              <a:gd name="connsiteX6" fmla="*/ 2229611 w 2828516"/>
              <a:gd name="connsiteY6" fmla="*/ 1672580 h 2304256"/>
              <a:gd name="connsiteX7" fmla="*/ 2232248 w 2828516"/>
              <a:gd name="connsiteY7" fmla="*/ 2304256 h 2304256"/>
              <a:gd name="connsiteX8" fmla="*/ 0 w 2828516"/>
              <a:gd name="connsiteY8" fmla="*/ 2304256 h 2304256"/>
              <a:gd name="connsiteX9" fmla="*/ 0 w 2828516"/>
              <a:gd name="connsiteY9" fmla="*/ 0 h 2304256"/>
              <a:gd name="connsiteX0" fmla="*/ 0 w 2830233"/>
              <a:gd name="connsiteY0" fmla="*/ 0 h 2304256"/>
              <a:gd name="connsiteX1" fmla="*/ 2232248 w 2830233"/>
              <a:gd name="connsiteY1" fmla="*/ 0 h 2304256"/>
              <a:gd name="connsiteX2" fmla="*/ 2233240 w 2830233"/>
              <a:gd name="connsiteY2" fmla="*/ 553166 h 2304256"/>
              <a:gd name="connsiteX3" fmla="*/ 2525898 w 2830233"/>
              <a:gd name="connsiteY3" fmla="*/ 835165 h 2304256"/>
              <a:gd name="connsiteX4" fmla="*/ 2828326 w 2830233"/>
              <a:gd name="connsiteY4" fmla="*/ 1148252 h 2304256"/>
              <a:gd name="connsiteX5" fmla="*/ 2633848 w 2830233"/>
              <a:gd name="connsiteY5" fmla="*/ 1520965 h 2304256"/>
              <a:gd name="connsiteX6" fmla="*/ 2229611 w 2830233"/>
              <a:gd name="connsiteY6" fmla="*/ 1672580 h 2304256"/>
              <a:gd name="connsiteX7" fmla="*/ 2232248 w 2830233"/>
              <a:gd name="connsiteY7" fmla="*/ 2304256 h 2304256"/>
              <a:gd name="connsiteX8" fmla="*/ 0 w 2830233"/>
              <a:gd name="connsiteY8" fmla="*/ 2304256 h 2304256"/>
              <a:gd name="connsiteX9" fmla="*/ 0 w 2830233"/>
              <a:gd name="connsiteY9" fmla="*/ 0 h 2304256"/>
              <a:gd name="connsiteX0" fmla="*/ 0 w 2828334"/>
              <a:gd name="connsiteY0" fmla="*/ 0 h 2304256"/>
              <a:gd name="connsiteX1" fmla="*/ 2232248 w 2828334"/>
              <a:gd name="connsiteY1" fmla="*/ 0 h 2304256"/>
              <a:gd name="connsiteX2" fmla="*/ 2233240 w 2828334"/>
              <a:gd name="connsiteY2" fmla="*/ 553166 h 2304256"/>
              <a:gd name="connsiteX3" fmla="*/ 2627498 w 2828334"/>
              <a:gd name="connsiteY3" fmla="*/ 720865 h 2304256"/>
              <a:gd name="connsiteX4" fmla="*/ 2828326 w 2828334"/>
              <a:gd name="connsiteY4" fmla="*/ 1148252 h 2304256"/>
              <a:gd name="connsiteX5" fmla="*/ 2633848 w 2828334"/>
              <a:gd name="connsiteY5" fmla="*/ 1520965 h 2304256"/>
              <a:gd name="connsiteX6" fmla="*/ 2229611 w 2828334"/>
              <a:gd name="connsiteY6" fmla="*/ 1672580 h 2304256"/>
              <a:gd name="connsiteX7" fmla="*/ 2232248 w 2828334"/>
              <a:gd name="connsiteY7" fmla="*/ 2304256 h 2304256"/>
              <a:gd name="connsiteX8" fmla="*/ 0 w 2828334"/>
              <a:gd name="connsiteY8" fmla="*/ 2304256 h 2304256"/>
              <a:gd name="connsiteX9" fmla="*/ 0 w 2828334"/>
              <a:gd name="connsiteY9" fmla="*/ 0 h 2304256"/>
              <a:gd name="connsiteX0" fmla="*/ 0 w 2828334"/>
              <a:gd name="connsiteY0" fmla="*/ 0 h 2304256"/>
              <a:gd name="connsiteX1" fmla="*/ 2232248 w 2828334"/>
              <a:gd name="connsiteY1" fmla="*/ 0 h 2304256"/>
              <a:gd name="connsiteX2" fmla="*/ 2233240 w 2828334"/>
              <a:gd name="connsiteY2" fmla="*/ 553166 h 2304256"/>
              <a:gd name="connsiteX3" fmla="*/ 2627498 w 2828334"/>
              <a:gd name="connsiteY3" fmla="*/ 720865 h 2304256"/>
              <a:gd name="connsiteX4" fmla="*/ 2828326 w 2828334"/>
              <a:gd name="connsiteY4" fmla="*/ 1148252 h 2304256"/>
              <a:gd name="connsiteX5" fmla="*/ 2633848 w 2828334"/>
              <a:gd name="connsiteY5" fmla="*/ 1520965 h 2304256"/>
              <a:gd name="connsiteX6" fmla="*/ 2242311 w 2828334"/>
              <a:gd name="connsiteY6" fmla="*/ 1761480 h 2304256"/>
              <a:gd name="connsiteX7" fmla="*/ 2232248 w 2828334"/>
              <a:gd name="connsiteY7" fmla="*/ 2304256 h 2304256"/>
              <a:gd name="connsiteX8" fmla="*/ 0 w 2828334"/>
              <a:gd name="connsiteY8" fmla="*/ 2304256 h 2304256"/>
              <a:gd name="connsiteX9" fmla="*/ 0 w 2828334"/>
              <a:gd name="connsiteY9" fmla="*/ 0 h 2304256"/>
              <a:gd name="connsiteX0" fmla="*/ 0 w 2829133"/>
              <a:gd name="connsiteY0" fmla="*/ 0 h 2304256"/>
              <a:gd name="connsiteX1" fmla="*/ 2232248 w 2829133"/>
              <a:gd name="connsiteY1" fmla="*/ 0 h 2304256"/>
              <a:gd name="connsiteX2" fmla="*/ 2233240 w 2829133"/>
              <a:gd name="connsiteY2" fmla="*/ 553166 h 2304256"/>
              <a:gd name="connsiteX3" fmla="*/ 2627498 w 2829133"/>
              <a:gd name="connsiteY3" fmla="*/ 720865 h 2304256"/>
              <a:gd name="connsiteX4" fmla="*/ 2828326 w 2829133"/>
              <a:gd name="connsiteY4" fmla="*/ 1148252 h 2304256"/>
              <a:gd name="connsiteX5" fmla="*/ 2678298 w 2829133"/>
              <a:gd name="connsiteY5" fmla="*/ 1533665 h 2304256"/>
              <a:gd name="connsiteX6" fmla="*/ 2242311 w 2829133"/>
              <a:gd name="connsiteY6" fmla="*/ 1761480 h 2304256"/>
              <a:gd name="connsiteX7" fmla="*/ 2232248 w 2829133"/>
              <a:gd name="connsiteY7" fmla="*/ 2304256 h 2304256"/>
              <a:gd name="connsiteX8" fmla="*/ 0 w 2829133"/>
              <a:gd name="connsiteY8" fmla="*/ 2304256 h 2304256"/>
              <a:gd name="connsiteX9" fmla="*/ 0 w 2829133"/>
              <a:gd name="connsiteY9" fmla="*/ 0 h 2304256"/>
              <a:gd name="connsiteX0" fmla="*/ 0 w 2828459"/>
              <a:gd name="connsiteY0" fmla="*/ 0 h 2304256"/>
              <a:gd name="connsiteX1" fmla="*/ 2232248 w 2828459"/>
              <a:gd name="connsiteY1" fmla="*/ 0 h 2304256"/>
              <a:gd name="connsiteX2" fmla="*/ 2233240 w 2828459"/>
              <a:gd name="connsiteY2" fmla="*/ 553166 h 2304256"/>
              <a:gd name="connsiteX3" fmla="*/ 2659248 w 2828459"/>
              <a:gd name="connsiteY3" fmla="*/ 733565 h 2304256"/>
              <a:gd name="connsiteX4" fmla="*/ 2828326 w 2828459"/>
              <a:gd name="connsiteY4" fmla="*/ 1148252 h 2304256"/>
              <a:gd name="connsiteX5" fmla="*/ 2678298 w 2828459"/>
              <a:gd name="connsiteY5" fmla="*/ 1533665 h 2304256"/>
              <a:gd name="connsiteX6" fmla="*/ 2242311 w 2828459"/>
              <a:gd name="connsiteY6" fmla="*/ 1761480 h 2304256"/>
              <a:gd name="connsiteX7" fmla="*/ 2232248 w 2828459"/>
              <a:gd name="connsiteY7" fmla="*/ 2304256 h 2304256"/>
              <a:gd name="connsiteX8" fmla="*/ 0 w 2828459"/>
              <a:gd name="connsiteY8" fmla="*/ 2304256 h 2304256"/>
              <a:gd name="connsiteX9" fmla="*/ 0 w 2828459"/>
              <a:gd name="connsiteY9" fmla="*/ 0 h 2304256"/>
              <a:gd name="connsiteX0" fmla="*/ 0 w 2828387"/>
              <a:gd name="connsiteY0" fmla="*/ 0 h 2304256"/>
              <a:gd name="connsiteX1" fmla="*/ 2232248 w 2828387"/>
              <a:gd name="connsiteY1" fmla="*/ 0 h 2304256"/>
              <a:gd name="connsiteX2" fmla="*/ 2233240 w 2828387"/>
              <a:gd name="connsiteY2" fmla="*/ 553166 h 2304256"/>
              <a:gd name="connsiteX3" fmla="*/ 2665598 w 2828387"/>
              <a:gd name="connsiteY3" fmla="*/ 733565 h 2304256"/>
              <a:gd name="connsiteX4" fmla="*/ 2828326 w 2828387"/>
              <a:gd name="connsiteY4" fmla="*/ 1148252 h 2304256"/>
              <a:gd name="connsiteX5" fmla="*/ 2678298 w 2828387"/>
              <a:gd name="connsiteY5" fmla="*/ 1533665 h 2304256"/>
              <a:gd name="connsiteX6" fmla="*/ 2242311 w 2828387"/>
              <a:gd name="connsiteY6" fmla="*/ 1761480 h 2304256"/>
              <a:gd name="connsiteX7" fmla="*/ 2232248 w 2828387"/>
              <a:gd name="connsiteY7" fmla="*/ 2304256 h 2304256"/>
              <a:gd name="connsiteX8" fmla="*/ 0 w 2828387"/>
              <a:gd name="connsiteY8" fmla="*/ 2304256 h 2304256"/>
              <a:gd name="connsiteX9" fmla="*/ 0 w 2828387"/>
              <a:gd name="connsiteY9" fmla="*/ 0 h 2304256"/>
              <a:gd name="connsiteX0" fmla="*/ 0 w 2828387"/>
              <a:gd name="connsiteY0" fmla="*/ 0 h 2304256"/>
              <a:gd name="connsiteX1" fmla="*/ 2232248 w 2828387"/>
              <a:gd name="connsiteY1" fmla="*/ 0 h 2304256"/>
              <a:gd name="connsiteX2" fmla="*/ 2233240 w 2828387"/>
              <a:gd name="connsiteY2" fmla="*/ 553166 h 2304256"/>
              <a:gd name="connsiteX3" fmla="*/ 2665598 w 2828387"/>
              <a:gd name="connsiteY3" fmla="*/ 733565 h 2304256"/>
              <a:gd name="connsiteX4" fmla="*/ 2828326 w 2828387"/>
              <a:gd name="connsiteY4" fmla="*/ 1148252 h 2304256"/>
              <a:gd name="connsiteX5" fmla="*/ 2678298 w 2828387"/>
              <a:gd name="connsiteY5" fmla="*/ 1533665 h 2304256"/>
              <a:gd name="connsiteX6" fmla="*/ 2242311 w 2828387"/>
              <a:gd name="connsiteY6" fmla="*/ 1761480 h 2304256"/>
              <a:gd name="connsiteX7" fmla="*/ 2232248 w 2828387"/>
              <a:gd name="connsiteY7" fmla="*/ 2304256 h 2304256"/>
              <a:gd name="connsiteX8" fmla="*/ 0 w 2828387"/>
              <a:gd name="connsiteY8" fmla="*/ 2304256 h 2304256"/>
              <a:gd name="connsiteX9" fmla="*/ 0 w 2828387"/>
              <a:gd name="connsiteY9" fmla="*/ 0 h 2304256"/>
              <a:gd name="connsiteX0" fmla="*/ 0 w 2828387"/>
              <a:gd name="connsiteY0" fmla="*/ 0 h 2304256"/>
              <a:gd name="connsiteX1" fmla="*/ 2232248 w 2828387"/>
              <a:gd name="connsiteY1" fmla="*/ 0 h 2304256"/>
              <a:gd name="connsiteX2" fmla="*/ 2233240 w 2828387"/>
              <a:gd name="connsiteY2" fmla="*/ 553166 h 2304256"/>
              <a:gd name="connsiteX3" fmla="*/ 2665598 w 2828387"/>
              <a:gd name="connsiteY3" fmla="*/ 733565 h 2304256"/>
              <a:gd name="connsiteX4" fmla="*/ 2828326 w 2828387"/>
              <a:gd name="connsiteY4" fmla="*/ 1148252 h 2304256"/>
              <a:gd name="connsiteX5" fmla="*/ 2678298 w 2828387"/>
              <a:gd name="connsiteY5" fmla="*/ 1533665 h 2304256"/>
              <a:gd name="connsiteX6" fmla="*/ 2242311 w 2828387"/>
              <a:gd name="connsiteY6" fmla="*/ 1761480 h 2304256"/>
              <a:gd name="connsiteX7" fmla="*/ 2232248 w 2828387"/>
              <a:gd name="connsiteY7" fmla="*/ 2304256 h 2304256"/>
              <a:gd name="connsiteX8" fmla="*/ 0 w 2828387"/>
              <a:gd name="connsiteY8" fmla="*/ 2304256 h 2304256"/>
              <a:gd name="connsiteX9" fmla="*/ 0 w 2828387"/>
              <a:gd name="connsiteY9" fmla="*/ 0 h 2304256"/>
              <a:gd name="connsiteX0" fmla="*/ 0 w 2828387"/>
              <a:gd name="connsiteY0" fmla="*/ 0 h 2304256"/>
              <a:gd name="connsiteX1" fmla="*/ 2232248 w 2828387"/>
              <a:gd name="connsiteY1" fmla="*/ 0 h 2304256"/>
              <a:gd name="connsiteX2" fmla="*/ 2233240 w 2828387"/>
              <a:gd name="connsiteY2" fmla="*/ 553166 h 2304256"/>
              <a:gd name="connsiteX3" fmla="*/ 2665598 w 2828387"/>
              <a:gd name="connsiteY3" fmla="*/ 733565 h 2304256"/>
              <a:gd name="connsiteX4" fmla="*/ 2828326 w 2828387"/>
              <a:gd name="connsiteY4" fmla="*/ 1148252 h 2304256"/>
              <a:gd name="connsiteX5" fmla="*/ 2678298 w 2828387"/>
              <a:gd name="connsiteY5" fmla="*/ 1533665 h 2304256"/>
              <a:gd name="connsiteX6" fmla="*/ 2232786 w 2828387"/>
              <a:gd name="connsiteY6" fmla="*/ 1761480 h 2304256"/>
              <a:gd name="connsiteX7" fmla="*/ 2232248 w 2828387"/>
              <a:gd name="connsiteY7" fmla="*/ 2304256 h 2304256"/>
              <a:gd name="connsiteX8" fmla="*/ 0 w 2828387"/>
              <a:gd name="connsiteY8" fmla="*/ 2304256 h 2304256"/>
              <a:gd name="connsiteX9" fmla="*/ 0 w 2828387"/>
              <a:gd name="connsiteY9" fmla="*/ 0 h 2304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828387" h="2304256">
                <a:moveTo>
                  <a:pt x="0" y="0"/>
                </a:moveTo>
                <a:lnTo>
                  <a:pt x="2232248" y="0"/>
                </a:lnTo>
                <a:cubicBezTo>
                  <a:pt x="2232579" y="184389"/>
                  <a:pt x="2232909" y="368777"/>
                  <a:pt x="2233240" y="553166"/>
                </a:cubicBezTo>
                <a:cubicBezTo>
                  <a:pt x="2387943" y="558266"/>
                  <a:pt x="2534667" y="602634"/>
                  <a:pt x="2665598" y="733565"/>
                </a:cubicBezTo>
                <a:cubicBezTo>
                  <a:pt x="2796529" y="864496"/>
                  <a:pt x="2826209" y="1014902"/>
                  <a:pt x="2828326" y="1148252"/>
                </a:cubicBezTo>
                <a:cubicBezTo>
                  <a:pt x="2830443" y="1281602"/>
                  <a:pt x="2777555" y="1431460"/>
                  <a:pt x="2678298" y="1533665"/>
                </a:cubicBezTo>
                <a:cubicBezTo>
                  <a:pt x="2579041" y="1635870"/>
                  <a:pt x="2361182" y="1753275"/>
                  <a:pt x="2232786" y="1761480"/>
                </a:cubicBezTo>
                <a:cubicBezTo>
                  <a:pt x="2232607" y="1942405"/>
                  <a:pt x="2232427" y="2123331"/>
                  <a:pt x="2232248" y="2304256"/>
                </a:cubicBezTo>
                <a:lnTo>
                  <a:pt x="0" y="230425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Ins="1080000" rtlCol="0" anchor="ctr"/>
          <a:lstStyle/>
          <a:p>
            <a:pPr algn="ctr"/>
            <a:r>
              <a:rPr lang="ru-RU" dirty="0"/>
              <a:t>Существующая система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27849" y="5007625"/>
            <a:ext cx="28943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Может быть слишком трудоемкой задачей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7883" y="5732864"/>
            <a:ext cx="289434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А завтра внешний класс снова изменится и придется снова переписывать</a:t>
            </a:r>
            <a:r>
              <a:rPr lang="en-US" sz="1400" dirty="0"/>
              <a:t>?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959835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Альтернативное решение – использовать адаптер</a:t>
            </a:r>
          </a:p>
        </p:txBody>
      </p:sp>
      <p:sp>
        <p:nvSpPr>
          <p:cNvPr id="3" name="Прямоугольник 5"/>
          <p:cNvSpPr/>
          <p:nvPr/>
        </p:nvSpPr>
        <p:spPr>
          <a:xfrm>
            <a:off x="7094256" y="2443168"/>
            <a:ext cx="2310755" cy="2304256"/>
          </a:xfrm>
          <a:custGeom>
            <a:avLst/>
            <a:gdLst>
              <a:gd name="connsiteX0" fmla="*/ 0 w 2304256"/>
              <a:gd name="connsiteY0" fmla="*/ 0 h 2304256"/>
              <a:gd name="connsiteX1" fmla="*/ 2304256 w 2304256"/>
              <a:gd name="connsiteY1" fmla="*/ 0 h 2304256"/>
              <a:gd name="connsiteX2" fmla="*/ 2304256 w 2304256"/>
              <a:gd name="connsiteY2" fmla="*/ 2304256 h 2304256"/>
              <a:gd name="connsiteX3" fmla="*/ 0 w 2304256"/>
              <a:gd name="connsiteY3" fmla="*/ 2304256 h 2304256"/>
              <a:gd name="connsiteX4" fmla="*/ 0 w 2304256"/>
              <a:gd name="connsiteY4" fmla="*/ 0 h 2304256"/>
              <a:gd name="connsiteX0" fmla="*/ 6499 w 2310755"/>
              <a:gd name="connsiteY0" fmla="*/ 0 h 2304256"/>
              <a:gd name="connsiteX1" fmla="*/ 2310755 w 2310755"/>
              <a:gd name="connsiteY1" fmla="*/ 0 h 2304256"/>
              <a:gd name="connsiteX2" fmla="*/ 2310755 w 2310755"/>
              <a:gd name="connsiteY2" fmla="*/ 2304256 h 2304256"/>
              <a:gd name="connsiteX3" fmla="*/ 6499 w 2310755"/>
              <a:gd name="connsiteY3" fmla="*/ 2304256 h 2304256"/>
              <a:gd name="connsiteX4" fmla="*/ 0 w 2310755"/>
              <a:gd name="connsiteY4" fmla="*/ 554300 h 2304256"/>
              <a:gd name="connsiteX5" fmla="*/ 6499 w 2310755"/>
              <a:gd name="connsiteY5" fmla="*/ 0 h 2304256"/>
              <a:gd name="connsiteX0" fmla="*/ 174240 w 2478496"/>
              <a:gd name="connsiteY0" fmla="*/ 0 h 2304256"/>
              <a:gd name="connsiteX1" fmla="*/ 2478496 w 2478496"/>
              <a:gd name="connsiteY1" fmla="*/ 0 h 2304256"/>
              <a:gd name="connsiteX2" fmla="*/ 2478496 w 2478496"/>
              <a:gd name="connsiteY2" fmla="*/ 2304256 h 2304256"/>
              <a:gd name="connsiteX3" fmla="*/ 174240 w 2478496"/>
              <a:gd name="connsiteY3" fmla="*/ 2304256 h 2304256"/>
              <a:gd name="connsiteX4" fmla="*/ 162980 w 2478496"/>
              <a:gd name="connsiteY4" fmla="*/ 1683012 h 2304256"/>
              <a:gd name="connsiteX5" fmla="*/ 167741 w 2478496"/>
              <a:gd name="connsiteY5" fmla="*/ 554300 h 2304256"/>
              <a:gd name="connsiteX6" fmla="*/ 174240 w 2478496"/>
              <a:gd name="connsiteY6" fmla="*/ 0 h 2304256"/>
              <a:gd name="connsiteX0" fmla="*/ 11445 w 2315701"/>
              <a:gd name="connsiteY0" fmla="*/ 0 h 2304256"/>
              <a:gd name="connsiteX1" fmla="*/ 2315701 w 2315701"/>
              <a:gd name="connsiteY1" fmla="*/ 0 h 2304256"/>
              <a:gd name="connsiteX2" fmla="*/ 2315701 w 2315701"/>
              <a:gd name="connsiteY2" fmla="*/ 2304256 h 2304256"/>
              <a:gd name="connsiteX3" fmla="*/ 11445 w 2315701"/>
              <a:gd name="connsiteY3" fmla="*/ 2304256 h 2304256"/>
              <a:gd name="connsiteX4" fmla="*/ 185 w 2315701"/>
              <a:gd name="connsiteY4" fmla="*/ 1683012 h 2304256"/>
              <a:gd name="connsiteX5" fmla="*/ 4946 w 2315701"/>
              <a:gd name="connsiteY5" fmla="*/ 554300 h 2304256"/>
              <a:gd name="connsiteX6" fmla="*/ 11445 w 2315701"/>
              <a:gd name="connsiteY6" fmla="*/ 0 h 2304256"/>
              <a:gd name="connsiteX0" fmla="*/ 12299 w 2316555"/>
              <a:gd name="connsiteY0" fmla="*/ 0 h 2304256"/>
              <a:gd name="connsiteX1" fmla="*/ 2316555 w 2316555"/>
              <a:gd name="connsiteY1" fmla="*/ 0 h 2304256"/>
              <a:gd name="connsiteX2" fmla="*/ 2316555 w 2316555"/>
              <a:gd name="connsiteY2" fmla="*/ 2304256 h 2304256"/>
              <a:gd name="connsiteX3" fmla="*/ 12299 w 2316555"/>
              <a:gd name="connsiteY3" fmla="*/ 2304256 h 2304256"/>
              <a:gd name="connsiteX4" fmla="*/ 1039 w 2316555"/>
              <a:gd name="connsiteY4" fmla="*/ 1683012 h 2304256"/>
              <a:gd name="connsiteX5" fmla="*/ 1039 w 2316555"/>
              <a:gd name="connsiteY5" fmla="*/ 1116275 h 2304256"/>
              <a:gd name="connsiteX6" fmla="*/ 5800 w 2316555"/>
              <a:gd name="connsiteY6" fmla="*/ 554300 h 2304256"/>
              <a:gd name="connsiteX7" fmla="*/ 12299 w 2316555"/>
              <a:gd name="connsiteY7" fmla="*/ 0 h 2304256"/>
              <a:gd name="connsiteX0" fmla="*/ 12299 w 2316555"/>
              <a:gd name="connsiteY0" fmla="*/ 0 h 2304256"/>
              <a:gd name="connsiteX1" fmla="*/ 2316555 w 2316555"/>
              <a:gd name="connsiteY1" fmla="*/ 0 h 2304256"/>
              <a:gd name="connsiteX2" fmla="*/ 2316555 w 2316555"/>
              <a:gd name="connsiteY2" fmla="*/ 2304256 h 2304256"/>
              <a:gd name="connsiteX3" fmla="*/ 12299 w 2316555"/>
              <a:gd name="connsiteY3" fmla="*/ 2304256 h 2304256"/>
              <a:gd name="connsiteX4" fmla="*/ 1039 w 2316555"/>
              <a:gd name="connsiteY4" fmla="*/ 1683012 h 2304256"/>
              <a:gd name="connsiteX5" fmla="*/ 1039 w 2316555"/>
              <a:gd name="connsiteY5" fmla="*/ 1116275 h 2304256"/>
              <a:gd name="connsiteX6" fmla="*/ 5800 w 2316555"/>
              <a:gd name="connsiteY6" fmla="*/ 554300 h 2304256"/>
              <a:gd name="connsiteX7" fmla="*/ 12299 w 2316555"/>
              <a:gd name="connsiteY7" fmla="*/ 0 h 2304256"/>
              <a:gd name="connsiteX0" fmla="*/ 11267 w 2315523"/>
              <a:gd name="connsiteY0" fmla="*/ 0 h 2304256"/>
              <a:gd name="connsiteX1" fmla="*/ 2315523 w 2315523"/>
              <a:gd name="connsiteY1" fmla="*/ 0 h 2304256"/>
              <a:gd name="connsiteX2" fmla="*/ 2315523 w 2315523"/>
              <a:gd name="connsiteY2" fmla="*/ 2304256 h 2304256"/>
              <a:gd name="connsiteX3" fmla="*/ 11267 w 2315523"/>
              <a:gd name="connsiteY3" fmla="*/ 2304256 h 2304256"/>
              <a:gd name="connsiteX4" fmla="*/ 7 w 2315523"/>
              <a:gd name="connsiteY4" fmla="*/ 1683012 h 2304256"/>
              <a:gd name="connsiteX5" fmla="*/ 419107 w 2315523"/>
              <a:gd name="connsiteY5" fmla="*/ 1054363 h 2304256"/>
              <a:gd name="connsiteX6" fmla="*/ 4768 w 2315523"/>
              <a:gd name="connsiteY6" fmla="*/ 554300 h 2304256"/>
              <a:gd name="connsiteX7" fmla="*/ 11267 w 2315523"/>
              <a:gd name="connsiteY7" fmla="*/ 0 h 2304256"/>
              <a:gd name="connsiteX0" fmla="*/ 11267 w 2315523"/>
              <a:gd name="connsiteY0" fmla="*/ 0 h 2304256"/>
              <a:gd name="connsiteX1" fmla="*/ 2315523 w 2315523"/>
              <a:gd name="connsiteY1" fmla="*/ 0 h 2304256"/>
              <a:gd name="connsiteX2" fmla="*/ 2315523 w 2315523"/>
              <a:gd name="connsiteY2" fmla="*/ 2304256 h 2304256"/>
              <a:gd name="connsiteX3" fmla="*/ 11267 w 2315523"/>
              <a:gd name="connsiteY3" fmla="*/ 2304256 h 2304256"/>
              <a:gd name="connsiteX4" fmla="*/ 7 w 2315523"/>
              <a:gd name="connsiteY4" fmla="*/ 1683012 h 2304256"/>
              <a:gd name="connsiteX5" fmla="*/ 419107 w 2315523"/>
              <a:gd name="connsiteY5" fmla="*/ 1054363 h 2304256"/>
              <a:gd name="connsiteX6" fmla="*/ 4768 w 2315523"/>
              <a:gd name="connsiteY6" fmla="*/ 554300 h 2304256"/>
              <a:gd name="connsiteX7" fmla="*/ 11267 w 2315523"/>
              <a:gd name="connsiteY7" fmla="*/ 0 h 2304256"/>
              <a:gd name="connsiteX0" fmla="*/ 11260 w 2315516"/>
              <a:gd name="connsiteY0" fmla="*/ 0 h 2304256"/>
              <a:gd name="connsiteX1" fmla="*/ 2315516 w 2315516"/>
              <a:gd name="connsiteY1" fmla="*/ 0 h 2304256"/>
              <a:gd name="connsiteX2" fmla="*/ 2315516 w 2315516"/>
              <a:gd name="connsiteY2" fmla="*/ 2304256 h 2304256"/>
              <a:gd name="connsiteX3" fmla="*/ 11260 w 2315516"/>
              <a:gd name="connsiteY3" fmla="*/ 2304256 h 2304256"/>
              <a:gd name="connsiteX4" fmla="*/ 0 w 2315516"/>
              <a:gd name="connsiteY4" fmla="*/ 1683012 h 2304256"/>
              <a:gd name="connsiteX5" fmla="*/ 419100 w 2315516"/>
              <a:gd name="connsiteY5" fmla="*/ 1054363 h 2304256"/>
              <a:gd name="connsiteX6" fmla="*/ 4761 w 2315516"/>
              <a:gd name="connsiteY6" fmla="*/ 554300 h 2304256"/>
              <a:gd name="connsiteX7" fmla="*/ 11260 w 2315516"/>
              <a:gd name="connsiteY7" fmla="*/ 0 h 2304256"/>
              <a:gd name="connsiteX0" fmla="*/ 11260 w 2315516"/>
              <a:gd name="connsiteY0" fmla="*/ 0 h 2304256"/>
              <a:gd name="connsiteX1" fmla="*/ 2315516 w 2315516"/>
              <a:gd name="connsiteY1" fmla="*/ 0 h 2304256"/>
              <a:gd name="connsiteX2" fmla="*/ 2315516 w 2315516"/>
              <a:gd name="connsiteY2" fmla="*/ 2304256 h 2304256"/>
              <a:gd name="connsiteX3" fmla="*/ 11260 w 2315516"/>
              <a:gd name="connsiteY3" fmla="*/ 2304256 h 2304256"/>
              <a:gd name="connsiteX4" fmla="*/ 0 w 2315516"/>
              <a:gd name="connsiteY4" fmla="*/ 1683012 h 2304256"/>
              <a:gd name="connsiteX5" fmla="*/ 504825 w 2315516"/>
              <a:gd name="connsiteY5" fmla="*/ 1125800 h 2304256"/>
              <a:gd name="connsiteX6" fmla="*/ 4761 w 2315516"/>
              <a:gd name="connsiteY6" fmla="*/ 554300 h 2304256"/>
              <a:gd name="connsiteX7" fmla="*/ 11260 w 2315516"/>
              <a:gd name="connsiteY7" fmla="*/ 0 h 2304256"/>
              <a:gd name="connsiteX0" fmla="*/ 11260 w 2315516"/>
              <a:gd name="connsiteY0" fmla="*/ 0 h 2304256"/>
              <a:gd name="connsiteX1" fmla="*/ 2315516 w 2315516"/>
              <a:gd name="connsiteY1" fmla="*/ 0 h 2304256"/>
              <a:gd name="connsiteX2" fmla="*/ 2315516 w 2315516"/>
              <a:gd name="connsiteY2" fmla="*/ 2304256 h 2304256"/>
              <a:gd name="connsiteX3" fmla="*/ 11260 w 2315516"/>
              <a:gd name="connsiteY3" fmla="*/ 2304256 h 2304256"/>
              <a:gd name="connsiteX4" fmla="*/ 0 w 2315516"/>
              <a:gd name="connsiteY4" fmla="*/ 1683012 h 2304256"/>
              <a:gd name="connsiteX5" fmla="*/ 504825 w 2315516"/>
              <a:gd name="connsiteY5" fmla="*/ 1130563 h 2304256"/>
              <a:gd name="connsiteX6" fmla="*/ 4761 w 2315516"/>
              <a:gd name="connsiteY6" fmla="*/ 554300 h 2304256"/>
              <a:gd name="connsiteX7" fmla="*/ 11260 w 2315516"/>
              <a:gd name="connsiteY7" fmla="*/ 0 h 2304256"/>
              <a:gd name="connsiteX0" fmla="*/ 11260 w 2315516"/>
              <a:gd name="connsiteY0" fmla="*/ 0 h 2304256"/>
              <a:gd name="connsiteX1" fmla="*/ 2315516 w 2315516"/>
              <a:gd name="connsiteY1" fmla="*/ 0 h 2304256"/>
              <a:gd name="connsiteX2" fmla="*/ 2315516 w 2315516"/>
              <a:gd name="connsiteY2" fmla="*/ 2304256 h 2304256"/>
              <a:gd name="connsiteX3" fmla="*/ 11260 w 2315516"/>
              <a:gd name="connsiteY3" fmla="*/ 2304256 h 2304256"/>
              <a:gd name="connsiteX4" fmla="*/ 0 w 2315516"/>
              <a:gd name="connsiteY4" fmla="*/ 1683012 h 2304256"/>
              <a:gd name="connsiteX5" fmla="*/ 504825 w 2315516"/>
              <a:gd name="connsiteY5" fmla="*/ 1130563 h 2304256"/>
              <a:gd name="connsiteX6" fmla="*/ 4761 w 2315516"/>
              <a:gd name="connsiteY6" fmla="*/ 554300 h 2304256"/>
              <a:gd name="connsiteX7" fmla="*/ 11260 w 2315516"/>
              <a:gd name="connsiteY7" fmla="*/ 0 h 2304256"/>
              <a:gd name="connsiteX0" fmla="*/ 11260 w 2315516"/>
              <a:gd name="connsiteY0" fmla="*/ 0 h 2304256"/>
              <a:gd name="connsiteX1" fmla="*/ 2315516 w 2315516"/>
              <a:gd name="connsiteY1" fmla="*/ 0 h 2304256"/>
              <a:gd name="connsiteX2" fmla="*/ 2315516 w 2315516"/>
              <a:gd name="connsiteY2" fmla="*/ 2304256 h 2304256"/>
              <a:gd name="connsiteX3" fmla="*/ 11260 w 2315516"/>
              <a:gd name="connsiteY3" fmla="*/ 2304256 h 2304256"/>
              <a:gd name="connsiteX4" fmla="*/ 0 w 2315516"/>
              <a:gd name="connsiteY4" fmla="*/ 1683012 h 2304256"/>
              <a:gd name="connsiteX5" fmla="*/ 504825 w 2315516"/>
              <a:gd name="connsiteY5" fmla="*/ 1130563 h 2304256"/>
              <a:gd name="connsiteX6" fmla="*/ 4761 w 2315516"/>
              <a:gd name="connsiteY6" fmla="*/ 554300 h 2304256"/>
              <a:gd name="connsiteX7" fmla="*/ 11260 w 2315516"/>
              <a:gd name="connsiteY7" fmla="*/ 0 h 2304256"/>
              <a:gd name="connsiteX0" fmla="*/ 11260 w 2315516"/>
              <a:gd name="connsiteY0" fmla="*/ 0 h 2304256"/>
              <a:gd name="connsiteX1" fmla="*/ 2315516 w 2315516"/>
              <a:gd name="connsiteY1" fmla="*/ 0 h 2304256"/>
              <a:gd name="connsiteX2" fmla="*/ 2315516 w 2315516"/>
              <a:gd name="connsiteY2" fmla="*/ 2304256 h 2304256"/>
              <a:gd name="connsiteX3" fmla="*/ 11260 w 2315516"/>
              <a:gd name="connsiteY3" fmla="*/ 2304256 h 2304256"/>
              <a:gd name="connsiteX4" fmla="*/ 0 w 2315516"/>
              <a:gd name="connsiteY4" fmla="*/ 1746512 h 2304256"/>
              <a:gd name="connsiteX5" fmla="*/ 504825 w 2315516"/>
              <a:gd name="connsiteY5" fmla="*/ 1130563 h 2304256"/>
              <a:gd name="connsiteX6" fmla="*/ 4761 w 2315516"/>
              <a:gd name="connsiteY6" fmla="*/ 554300 h 2304256"/>
              <a:gd name="connsiteX7" fmla="*/ 11260 w 2315516"/>
              <a:gd name="connsiteY7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517525 w 2328216"/>
              <a:gd name="connsiteY5" fmla="*/ 1130563 h 2304256"/>
              <a:gd name="connsiteX6" fmla="*/ 17461 w 2328216"/>
              <a:gd name="connsiteY6" fmla="*/ 554300 h 2304256"/>
              <a:gd name="connsiteX7" fmla="*/ 23960 w 2328216"/>
              <a:gd name="connsiteY7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517525 w 2328216"/>
              <a:gd name="connsiteY5" fmla="*/ 1130563 h 2304256"/>
              <a:gd name="connsiteX6" fmla="*/ 17461 w 2328216"/>
              <a:gd name="connsiteY6" fmla="*/ 554300 h 2304256"/>
              <a:gd name="connsiteX7" fmla="*/ 23960 w 2328216"/>
              <a:gd name="connsiteY7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517525 w 2328216"/>
              <a:gd name="connsiteY5" fmla="*/ 1130563 h 2304256"/>
              <a:gd name="connsiteX6" fmla="*/ 17461 w 2328216"/>
              <a:gd name="connsiteY6" fmla="*/ 554300 h 2304256"/>
              <a:gd name="connsiteX7" fmla="*/ 23960 w 2328216"/>
              <a:gd name="connsiteY7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619125 w 2328216"/>
              <a:gd name="connsiteY5" fmla="*/ 1124213 h 2304256"/>
              <a:gd name="connsiteX6" fmla="*/ 17461 w 2328216"/>
              <a:gd name="connsiteY6" fmla="*/ 554300 h 2304256"/>
              <a:gd name="connsiteX7" fmla="*/ 23960 w 2328216"/>
              <a:gd name="connsiteY7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587375 w 2328216"/>
              <a:gd name="connsiteY5" fmla="*/ 1117863 h 2304256"/>
              <a:gd name="connsiteX6" fmla="*/ 17461 w 2328216"/>
              <a:gd name="connsiteY6" fmla="*/ 554300 h 2304256"/>
              <a:gd name="connsiteX7" fmla="*/ 23960 w 2328216"/>
              <a:gd name="connsiteY7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398292 w 2328216"/>
              <a:gd name="connsiteY5" fmla="*/ 1559187 h 2304256"/>
              <a:gd name="connsiteX6" fmla="*/ 587375 w 2328216"/>
              <a:gd name="connsiteY6" fmla="*/ 1117863 h 2304256"/>
              <a:gd name="connsiteX7" fmla="*/ 17461 w 2328216"/>
              <a:gd name="connsiteY7" fmla="*/ 554300 h 2304256"/>
              <a:gd name="connsiteX8" fmla="*/ 23960 w 2328216"/>
              <a:gd name="connsiteY8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398292 w 2328216"/>
              <a:gd name="connsiteY5" fmla="*/ 1559187 h 2304256"/>
              <a:gd name="connsiteX6" fmla="*/ 587375 w 2328216"/>
              <a:gd name="connsiteY6" fmla="*/ 1117863 h 2304256"/>
              <a:gd name="connsiteX7" fmla="*/ 17461 w 2328216"/>
              <a:gd name="connsiteY7" fmla="*/ 554300 h 2304256"/>
              <a:gd name="connsiteX8" fmla="*/ 23960 w 2328216"/>
              <a:gd name="connsiteY8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587375 w 2328216"/>
              <a:gd name="connsiteY6" fmla="*/ 1117863 h 2304256"/>
              <a:gd name="connsiteX7" fmla="*/ 17461 w 2328216"/>
              <a:gd name="connsiteY7" fmla="*/ 554300 h 2304256"/>
              <a:gd name="connsiteX8" fmla="*/ 23960 w 2328216"/>
              <a:gd name="connsiteY8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587375 w 2328216"/>
              <a:gd name="connsiteY6" fmla="*/ 1117863 h 2304256"/>
              <a:gd name="connsiteX7" fmla="*/ 17461 w 2328216"/>
              <a:gd name="connsiteY7" fmla="*/ 554300 h 2304256"/>
              <a:gd name="connsiteX8" fmla="*/ 23960 w 2328216"/>
              <a:gd name="connsiteY8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587375 w 2328216"/>
              <a:gd name="connsiteY6" fmla="*/ 1117863 h 2304256"/>
              <a:gd name="connsiteX7" fmla="*/ 17461 w 2328216"/>
              <a:gd name="connsiteY7" fmla="*/ 554300 h 2304256"/>
              <a:gd name="connsiteX8" fmla="*/ 23960 w 2328216"/>
              <a:gd name="connsiteY8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587375 w 2328216"/>
              <a:gd name="connsiteY6" fmla="*/ 1117863 h 2304256"/>
              <a:gd name="connsiteX7" fmla="*/ 17461 w 2328216"/>
              <a:gd name="connsiteY7" fmla="*/ 554300 h 2304256"/>
              <a:gd name="connsiteX8" fmla="*/ 23960 w 2328216"/>
              <a:gd name="connsiteY8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587375 w 2328216"/>
              <a:gd name="connsiteY6" fmla="*/ 1117863 h 2304256"/>
              <a:gd name="connsiteX7" fmla="*/ 17461 w 2328216"/>
              <a:gd name="connsiteY7" fmla="*/ 554300 h 2304256"/>
              <a:gd name="connsiteX8" fmla="*/ 23960 w 2328216"/>
              <a:gd name="connsiteY8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587375 w 2328216"/>
              <a:gd name="connsiteY6" fmla="*/ 1117863 h 2304256"/>
              <a:gd name="connsiteX7" fmla="*/ 17461 w 2328216"/>
              <a:gd name="connsiteY7" fmla="*/ 554300 h 2304256"/>
              <a:gd name="connsiteX8" fmla="*/ 23960 w 2328216"/>
              <a:gd name="connsiteY8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587375 w 2328216"/>
              <a:gd name="connsiteY6" fmla="*/ 111786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587375 w 2328216"/>
              <a:gd name="connsiteY6" fmla="*/ 111786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587375 w 2328216"/>
              <a:gd name="connsiteY6" fmla="*/ 111786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606425 w 2328216"/>
              <a:gd name="connsiteY6" fmla="*/ 118771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606425 w 2328216"/>
              <a:gd name="connsiteY6" fmla="*/ 116866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606425 w 2328216"/>
              <a:gd name="connsiteY6" fmla="*/ 116866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606425 w 2328216"/>
              <a:gd name="connsiteY6" fmla="*/ 116866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606425 w 2328216"/>
              <a:gd name="connsiteY6" fmla="*/ 116866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30042 w 2328216"/>
              <a:gd name="connsiteY5" fmla="*/ 1565537 h 2304256"/>
              <a:gd name="connsiteX6" fmla="*/ 606425 w 2328216"/>
              <a:gd name="connsiteY6" fmla="*/ 116866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49092 w 2328216"/>
              <a:gd name="connsiteY5" fmla="*/ 1571887 h 2304256"/>
              <a:gd name="connsiteX6" fmla="*/ 606425 w 2328216"/>
              <a:gd name="connsiteY6" fmla="*/ 116866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74492 w 2328216"/>
              <a:gd name="connsiteY5" fmla="*/ 1559187 h 2304256"/>
              <a:gd name="connsiteX6" fmla="*/ 606425 w 2328216"/>
              <a:gd name="connsiteY6" fmla="*/ 116866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55442 w 2328216"/>
              <a:gd name="connsiteY5" fmla="*/ 1540137 h 2304256"/>
              <a:gd name="connsiteX6" fmla="*/ 606425 w 2328216"/>
              <a:gd name="connsiteY6" fmla="*/ 116866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55442 w 2328216"/>
              <a:gd name="connsiteY5" fmla="*/ 1540137 h 2304256"/>
              <a:gd name="connsiteX6" fmla="*/ 606425 w 2328216"/>
              <a:gd name="connsiteY6" fmla="*/ 116866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23960 w 2328216"/>
              <a:gd name="connsiteY0" fmla="*/ 0 h 2304256"/>
              <a:gd name="connsiteX1" fmla="*/ 2328216 w 2328216"/>
              <a:gd name="connsiteY1" fmla="*/ 0 h 2304256"/>
              <a:gd name="connsiteX2" fmla="*/ 2328216 w 2328216"/>
              <a:gd name="connsiteY2" fmla="*/ 2304256 h 2304256"/>
              <a:gd name="connsiteX3" fmla="*/ 23960 w 2328216"/>
              <a:gd name="connsiteY3" fmla="*/ 2304256 h 2304256"/>
              <a:gd name="connsiteX4" fmla="*/ 0 w 2328216"/>
              <a:gd name="connsiteY4" fmla="*/ 1759212 h 2304256"/>
              <a:gd name="connsiteX5" fmla="*/ 455442 w 2328216"/>
              <a:gd name="connsiteY5" fmla="*/ 1540137 h 2304256"/>
              <a:gd name="connsiteX6" fmla="*/ 606425 w 2328216"/>
              <a:gd name="connsiteY6" fmla="*/ 1168663 h 2304256"/>
              <a:gd name="connsiteX7" fmla="*/ 436392 w 2328216"/>
              <a:gd name="connsiteY7" fmla="*/ 727337 h 2304256"/>
              <a:gd name="connsiteX8" fmla="*/ 17461 w 2328216"/>
              <a:gd name="connsiteY8" fmla="*/ 554300 h 2304256"/>
              <a:gd name="connsiteX9" fmla="*/ 23960 w 2328216"/>
              <a:gd name="connsiteY9" fmla="*/ 0 h 2304256"/>
              <a:gd name="connsiteX0" fmla="*/ 6499 w 2310755"/>
              <a:gd name="connsiteY0" fmla="*/ 0 h 2304256"/>
              <a:gd name="connsiteX1" fmla="*/ 2310755 w 2310755"/>
              <a:gd name="connsiteY1" fmla="*/ 0 h 2304256"/>
              <a:gd name="connsiteX2" fmla="*/ 2310755 w 2310755"/>
              <a:gd name="connsiteY2" fmla="*/ 2304256 h 2304256"/>
              <a:gd name="connsiteX3" fmla="*/ 6499 w 2310755"/>
              <a:gd name="connsiteY3" fmla="*/ 2304256 h 2304256"/>
              <a:gd name="connsiteX4" fmla="*/ 1589 w 2310755"/>
              <a:gd name="connsiteY4" fmla="*/ 1763975 h 2304256"/>
              <a:gd name="connsiteX5" fmla="*/ 437981 w 2310755"/>
              <a:gd name="connsiteY5" fmla="*/ 1540137 h 2304256"/>
              <a:gd name="connsiteX6" fmla="*/ 588964 w 2310755"/>
              <a:gd name="connsiteY6" fmla="*/ 1168663 h 2304256"/>
              <a:gd name="connsiteX7" fmla="*/ 418931 w 2310755"/>
              <a:gd name="connsiteY7" fmla="*/ 727337 h 2304256"/>
              <a:gd name="connsiteX8" fmla="*/ 0 w 2310755"/>
              <a:gd name="connsiteY8" fmla="*/ 554300 h 2304256"/>
              <a:gd name="connsiteX9" fmla="*/ 6499 w 2310755"/>
              <a:gd name="connsiteY9" fmla="*/ 0 h 2304256"/>
              <a:gd name="connsiteX0" fmla="*/ 6499 w 2310755"/>
              <a:gd name="connsiteY0" fmla="*/ 0 h 2304256"/>
              <a:gd name="connsiteX1" fmla="*/ 2310755 w 2310755"/>
              <a:gd name="connsiteY1" fmla="*/ 0 h 2304256"/>
              <a:gd name="connsiteX2" fmla="*/ 2310755 w 2310755"/>
              <a:gd name="connsiteY2" fmla="*/ 2304256 h 2304256"/>
              <a:gd name="connsiteX3" fmla="*/ 6499 w 2310755"/>
              <a:gd name="connsiteY3" fmla="*/ 2304256 h 2304256"/>
              <a:gd name="connsiteX4" fmla="*/ 1589 w 2310755"/>
              <a:gd name="connsiteY4" fmla="*/ 1763975 h 2304256"/>
              <a:gd name="connsiteX5" fmla="*/ 437981 w 2310755"/>
              <a:gd name="connsiteY5" fmla="*/ 1540137 h 2304256"/>
              <a:gd name="connsiteX6" fmla="*/ 588964 w 2310755"/>
              <a:gd name="connsiteY6" fmla="*/ 1168663 h 2304256"/>
              <a:gd name="connsiteX7" fmla="*/ 418931 w 2310755"/>
              <a:gd name="connsiteY7" fmla="*/ 727337 h 2304256"/>
              <a:gd name="connsiteX8" fmla="*/ 0 w 2310755"/>
              <a:gd name="connsiteY8" fmla="*/ 554300 h 2304256"/>
              <a:gd name="connsiteX9" fmla="*/ 6499 w 2310755"/>
              <a:gd name="connsiteY9" fmla="*/ 0 h 2304256"/>
              <a:gd name="connsiteX0" fmla="*/ 6499 w 2310755"/>
              <a:gd name="connsiteY0" fmla="*/ 0 h 2304256"/>
              <a:gd name="connsiteX1" fmla="*/ 2310755 w 2310755"/>
              <a:gd name="connsiteY1" fmla="*/ 0 h 2304256"/>
              <a:gd name="connsiteX2" fmla="*/ 2310755 w 2310755"/>
              <a:gd name="connsiteY2" fmla="*/ 2304256 h 2304256"/>
              <a:gd name="connsiteX3" fmla="*/ 6499 w 2310755"/>
              <a:gd name="connsiteY3" fmla="*/ 2304256 h 2304256"/>
              <a:gd name="connsiteX4" fmla="*/ 1589 w 2310755"/>
              <a:gd name="connsiteY4" fmla="*/ 1763975 h 2304256"/>
              <a:gd name="connsiteX5" fmla="*/ 437981 w 2310755"/>
              <a:gd name="connsiteY5" fmla="*/ 1540137 h 2304256"/>
              <a:gd name="connsiteX6" fmla="*/ 588964 w 2310755"/>
              <a:gd name="connsiteY6" fmla="*/ 1168663 h 2304256"/>
              <a:gd name="connsiteX7" fmla="*/ 418931 w 2310755"/>
              <a:gd name="connsiteY7" fmla="*/ 727337 h 2304256"/>
              <a:gd name="connsiteX8" fmla="*/ 0 w 2310755"/>
              <a:gd name="connsiteY8" fmla="*/ 554300 h 2304256"/>
              <a:gd name="connsiteX9" fmla="*/ 6499 w 2310755"/>
              <a:gd name="connsiteY9" fmla="*/ 0 h 2304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10755" h="2304256">
                <a:moveTo>
                  <a:pt x="6499" y="0"/>
                </a:moveTo>
                <a:lnTo>
                  <a:pt x="2310755" y="0"/>
                </a:lnTo>
                <a:lnTo>
                  <a:pt x="2310755" y="2304256"/>
                </a:lnTo>
                <a:lnTo>
                  <a:pt x="6499" y="2304256"/>
                </a:lnTo>
                <a:cubicBezTo>
                  <a:pt x="-3183" y="2057840"/>
                  <a:pt x="1084" y="1993721"/>
                  <a:pt x="1589" y="1763975"/>
                </a:cubicBezTo>
                <a:cubicBezTo>
                  <a:pt x="176691" y="1749335"/>
                  <a:pt x="340085" y="1639356"/>
                  <a:pt x="437981" y="1540137"/>
                </a:cubicBezTo>
                <a:cubicBezTo>
                  <a:pt x="535877" y="1440918"/>
                  <a:pt x="585789" y="1354930"/>
                  <a:pt x="588964" y="1168663"/>
                </a:cubicBezTo>
                <a:cubicBezTo>
                  <a:pt x="592139" y="982396"/>
                  <a:pt x="517092" y="829731"/>
                  <a:pt x="418931" y="727337"/>
                </a:cubicBezTo>
                <a:cubicBezTo>
                  <a:pt x="320770" y="624943"/>
                  <a:pt x="208439" y="567573"/>
                  <a:pt x="0" y="554300"/>
                </a:cubicBezTo>
                <a:cubicBezTo>
                  <a:pt x="2166" y="369533"/>
                  <a:pt x="4333" y="184767"/>
                  <a:pt x="6499" y="0"/>
                </a:cubicBezTo>
                <a:close/>
              </a:path>
            </a:pathLst>
          </a:cu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576000" rtlCol="0" anchor="ctr"/>
          <a:lstStyle/>
          <a:p>
            <a:pPr algn="ctr"/>
            <a:r>
              <a:rPr lang="ru-RU" dirty="0"/>
              <a:t>Внешний</a:t>
            </a:r>
            <a:endParaRPr lang="en-US" dirty="0"/>
          </a:p>
          <a:p>
            <a:pPr algn="ctr"/>
            <a:r>
              <a:rPr lang="ru-RU" dirty="0"/>
              <a:t>класс</a:t>
            </a:r>
          </a:p>
        </p:txBody>
      </p:sp>
      <p:sp>
        <p:nvSpPr>
          <p:cNvPr id="4" name="Прямоугольник 4"/>
          <p:cNvSpPr/>
          <p:nvPr/>
        </p:nvSpPr>
        <p:spPr>
          <a:xfrm>
            <a:off x="2781950" y="2438792"/>
            <a:ext cx="2828326" cy="2304256"/>
          </a:xfrm>
          <a:custGeom>
            <a:avLst/>
            <a:gdLst>
              <a:gd name="connsiteX0" fmla="*/ 0 w 2232248"/>
              <a:gd name="connsiteY0" fmla="*/ 0 h 2304256"/>
              <a:gd name="connsiteX1" fmla="*/ 2232248 w 2232248"/>
              <a:gd name="connsiteY1" fmla="*/ 0 h 2304256"/>
              <a:gd name="connsiteX2" fmla="*/ 2232248 w 2232248"/>
              <a:gd name="connsiteY2" fmla="*/ 2304256 h 2304256"/>
              <a:gd name="connsiteX3" fmla="*/ 0 w 2232248"/>
              <a:gd name="connsiteY3" fmla="*/ 2304256 h 2304256"/>
              <a:gd name="connsiteX4" fmla="*/ 0 w 2232248"/>
              <a:gd name="connsiteY4" fmla="*/ 0 h 2304256"/>
              <a:gd name="connsiteX0" fmla="*/ 0 w 2232248"/>
              <a:gd name="connsiteY0" fmla="*/ 0 h 2304256"/>
              <a:gd name="connsiteX1" fmla="*/ 2232248 w 2232248"/>
              <a:gd name="connsiteY1" fmla="*/ 0 h 2304256"/>
              <a:gd name="connsiteX2" fmla="*/ 2218726 w 2232248"/>
              <a:gd name="connsiteY2" fmla="*/ 1119223 h 2304256"/>
              <a:gd name="connsiteX3" fmla="*/ 2232248 w 2232248"/>
              <a:gd name="connsiteY3" fmla="*/ 2304256 h 2304256"/>
              <a:gd name="connsiteX4" fmla="*/ 0 w 2232248"/>
              <a:gd name="connsiteY4" fmla="*/ 2304256 h 2304256"/>
              <a:gd name="connsiteX5" fmla="*/ 0 w 2232248"/>
              <a:gd name="connsiteY5" fmla="*/ 0 h 2304256"/>
              <a:gd name="connsiteX0" fmla="*/ 0 w 2233240"/>
              <a:gd name="connsiteY0" fmla="*/ 0 h 2304256"/>
              <a:gd name="connsiteX1" fmla="*/ 2232248 w 2233240"/>
              <a:gd name="connsiteY1" fmla="*/ 0 h 2304256"/>
              <a:gd name="connsiteX2" fmla="*/ 2233240 w 2233240"/>
              <a:gd name="connsiteY2" fmla="*/ 553166 h 2304256"/>
              <a:gd name="connsiteX3" fmla="*/ 2218726 w 2233240"/>
              <a:gd name="connsiteY3" fmla="*/ 1119223 h 2304256"/>
              <a:gd name="connsiteX4" fmla="*/ 2232248 w 2233240"/>
              <a:gd name="connsiteY4" fmla="*/ 2304256 h 2304256"/>
              <a:gd name="connsiteX5" fmla="*/ 0 w 2233240"/>
              <a:gd name="connsiteY5" fmla="*/ 2304256 h 2304256"/>
              <a:gd name="connsiteX6" fmla="*/ 0 w 2233240"/>
              <a:gd name="connsiteY6" fmla="*/ 0 h 2304256"/>
              <a:gd name="connsiteX0" fmla="*/ 0 w 2233240"/>
              <a:gd name="connsiteY0" fmla="*/ 0 h 2304256"/>
              <a:gd name="connsiteX1" fmla="*/ 2232248 w 2233240"/>
              <a:gd name="connsiteY1" fmla="*/ 0 h 2304256"/>
              <a:gd name="connsiteX2" fmla="*/ 2233240 w 2233240"/>
              <a:gd name="connsiteY2" fmla="*/ 553166 h 2304256"/>
              <a:gd name="connsiteX3" fmla="*/ 2218726 w 2233240"/>
              <a:gd name="connsiteY3" fmla="*/ 1119223 h 2304256"/>
              <a:gd name="connsiteX4" fmla="*/ 2204211 w 2233240"/>
              <a:gd name="connsiteY4" fmla="*/ 1685280 h 2304256"/>
              <a:gd name="connsiteX5" fmla="*/ 2232248 w 2233240"/>
              <a:gd name="connsiteY5" fmla="*/ 2304256 h 2304256"/>
              <a:gd name="connsiteX6" fmla="*/ 0 w 2233240"/>
              <a:gd name="connsiteY6" fmla="*/ 2304256 h 2304256"/>
              <a:gd name="connsiteX7" fmla="*/ 0 w 2233240"/>
              <a:gd name="connsiteY7" fmla="*/ 0 h 2304256"/>
              <a:gd name="connsiteX0" fmla="*/ 0 w 2828326"/>
              <a:gd name="connsiteY0" fmla="*/ 0 h 2304256"/>
              <a:gd name="connsiteX1" fmla="*/ 2232248 w 2828326"/>
              <a:gd name="connsiteY1" fmla="*/ 0 h 2304256"/>
              <a:gd name="connsiteX2" fmla="*/ 2233240 w 2828326"/>
              <a:gd name="connsiteY2" fmla="*/ 553166 h 2304256"/>
              <a:gd name="connsiteX3" fmla="*/ 2828326 w 2828326"/>
              <a:gd name="connsiteY3" fmla="*/ 1148252 h 2304256"/>
              <a:gd name="connsiteX4" fmla="*/ 2204211 w 2828326"/>
              <a:gd name="connsiteY4" fmla="*/ 1685280 h 2304256"/>
              <a:gd name="connsiteX5" fmla="*/ 2232248 w 2828326"/>
              <a:gd name="connsiteY5" fmla="*/ 2304256 h 2304256"/>
              <a:gd name="connsiteX6" fmla="*/ 0 w 2828326"/>
              <a:gd name="connsiteY6" fmla="*/ 2304256 h 2304256"/>
              <a:gd name="connsiteX7" fmla="*/ 0 w 2828326"/>
              <a:gd name="connsiteY7" fmla="*/ 0 h 2304256"/>
              <a:gd name="connsiteX0" fmla="*/ 0 w 2828326"/>
              <a:gd name="connsiteY0" fmla="*/ 0 h 2304256"/>
              <a:gd name="connsiteX1" fmla="*/ 2232248 w 2828326"/>
              <a:gd name="connsiteY1" fmla="*/ 0 h 2304256"/>
              <a:gd name="connsiteX2" fmla="*/ 2233240 w 2828326"/>
              <a:gd name="connsiteY2" fmla="*/ 553166 h 2304256"/>
              <a:gd name="connsiteX3" fmla="*/ 2828326 w 2828326"/>
              <a:gd name="connsiteY3" fmla="*/ 1148252 h 2304256"/>
              <a:gd name="connsiteX4" fmla="*/ 2229611 w 2828326"/>
              <a:gd name="connsiteY4" fmla="*/ 1672580 h 2304256"/>
              <a:gd name="connsiteX5" fmla="*/ 2232248 w 2828326"/>
              <a:gd name="connsiteY5" fmla="*/ 2304256 h 2304256"/>
              <a:gd name="connsiteX6" fmla="*/ 0 w 2828326"/>
              <a:gd name="connsiteY6" fmla="*/ 2304256 h 2304256"/>
              <a:gd name="connsiteX7" fmla="*/ 0 w 2828326"/>
              <a:gd name="connsiteY7" fmla="*/ 0 h 2304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28326" h="2304256">
                <a:moveTo>
                  <a:pt x="0" y="0"/>
                </a:moveTo>
                <a:lnTo>
                  <a:pt x="2232248" y="0"/>
                </a:lnTo>
                <a:cubicBezTo>
                  <a:pt x="2232579" y="184389"/>
                  <a:pt x="2232909" y="368777"/>
                  <a:pt x="2233240" y="553166"/>
                </a:cubicBezTo>
                <a:lnTo>
                  <a:pt x="2828326" y="1148252"/>
                </a:lnTo>
                <a:lnTo>
                  <a:pt x="2229611" y="1672580"/>
                </a:lnTo>
                <a:lnTo>
                  <a:pt x="2232248" y="2304256"/>
                </a:lnTo>
                <a:lnTo>
                  <a:pt x="0" y="230425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Ins="1080000" rtlCol="0" anchor="ctr"/>
          <a:lstStyle/>
          <a:p>
            <a:pPr algn="ctr"/>
            <a:r>
              <a:rPr lang="ru-RU" dirty="0"/>
              <a:t>Существующая система</a:t>
            </a:r>
          </a:p>
        </p:txBody>
      </p:sp>
      <p:sp>
        <p:nvSpPr>
          <p:cNvPr id="5" name="Прямоугольник 7"/>
          <p:cNvSpPr/>
          <p:nvPr/>
        </p:nvSpPr>
        <p:spPr>
          <a:xfrm>
            <a:off x="5447486" y="2438793"/>
            <a:ext cx="1613977" cy="2304255"/>
          </a:xfrm>
          <a:custGeom>
            <a:avLst/>
            <a:gdLst>
              <a:gd name="connsiteX0" fmla="*/ 0 w 1080120"/>
              <a:gd name="connsiteY0" fmla="*/ 0 h 2304255"/>
              <a:gd name="connsiteX1" fmla="*/ 1080120 w 1080120"/>
              <a:gd name="connsiteY1" fmla="*/ 0 h 2304255"/>
              <a:gd name="connsiteX2" fmla="*/ 1080120 w 1080120"/>
              <a:gd name="connsiteY2" fmla="*/ 2304255 h 2304255"/>
              <a:gd name="connsiteX3" fmla="*/ 0 w 1080120"/>
              <a:gd name="connsiteY3" fmla="*/ 2304255 h 2304255"/>
              <a:gd name="connsiteX4" fmla="*/ 0 w 1080120"/>
              <a:gd name="connsiteY4" fmla="*/ 0 h 2304255"/>
              <a:gd name="connsiteX0" fmla="*/ 0 w 1080120"/>
              <a:gd name="connsiteY0" fmla="*/ 0 h 2304255"/>
              <a:gd name="connsiteX1" fmla="*/ 1080120 w 1080120"/>
              <a:gd name="connsiteY1" fmla="*/ 0 h 2304255"/>
              <a:gd name="connsiteX2" fmla="*/ 1074142 w 1080120"/>
              <a:gd name="connsiteY2" fmla="*/ 562113 h 2304255"/>
              <a:gd name="connsiteX3" fmla="*/ 1080120 w 1080120"/>
              <a:gd name="connsiteY3" fmla="*/ 2304255 h 2304255"/>
              <a:gd name="connsiteX4" fmla="*/ 0 w 1080120"/>
              <a:gd name="connsiteY4" fmla="*/ 2304255 h 2304255"/>
              <a:gd name="connsiteX5" fmla="*/ 0 w 1080120"/>
              <a:gd name="connsiteY5" fmla="*/ 0 h 2304255"/>
              <a:gd name="connsiteX0" fmla="*/ 0 w 1160475"/>
              <a:gd name="connsiteY0" fmla="*/ 0 h 2304255"/>
              <a:gd name="connsiteX1" fmla="*/ 1080120 w 1160475"/>
              <a:gd name="connsiteY1" fmla="*/ 0 h 2304255"/>
              <a:gd name="connsiteX2" fmla="*/ 1074142 w 1160475"/>
              <a:gd name="connsiteY2" fmla="*/ 562113 h 2304255"/>
              <a:gd name="connsiteX3" fmla="*/ 1080492 w 1160475"/>
              <a:gd name="connsiteY3" fmla="*/ 1736863 h 2304255"/>
              <a:gd name="connsiteX4" fmla="*/ 1080120 w 1160475"/>
              <a:gd name="connsiteY4" fmla="*/ 2304255 h 2304255"/>
              <a:gd name="connsiteX5" fmla="*/ 0 w 1160475"/>
              <a:gd name="connsiteY5" fmla="*/ 2304255 h 2304255"/>
              <a:gd name="connsiteX6" fmla="*/ 0 w 1160475"/>
              <a:gd name="connsiteY6" fmla="*/ 0 h 2304255"/>
              <a:gd name="connsiteX0" fmla="*/ 0 w 1160475"/>
              <a:gd name="connsiteY0" fmla="*/ 0 h 2304255"/>
              <a:gd name="connsiteX1" fmla="*/ 1080120 w 1160475"/>
              <a:gd name="connsiteY1" fmla="*/ 0 h 2304255"/>
              <a:gd name="connsiteX2" fmla="*/ 1074142 w 1160475"/>
              <a:gd name="connsiteY2" fmla="*/ 562113 h 2304255"/>
              <a:gd name="connsiteX3" fmla="*/ 1074142 w 1160475"/>
              <a:gd name="connsiteY3" fmla="*/ 1114563 h 2304255"/>
              <a:gd name="connsiteX4" fmla="*/ 1080492 w 1160475"/>
              <a:gd name="connsiteY4" fmla="*/ 1736863 h 2304255"/>
              <a:gd name="connsiteX5" fmla="*/ 1080120 w 1160475"/>
              <a:gd name="connsiteY5" fmla="*/ 2304255 h 2304255"/>
              <a:gd name="connsiteX6" fmla="*/ 0 w 1160475"/>
              <a:gd name="connsiteY6" fmla="*/ 2304255 h 2304255"/>
              <a:gd name="connsiteX7" fmla="*/ 0 w 1160475"/>
              <a:gd name="connsiteY7" fmla="*/ 0 h 2304255"/>
              <a:gd name="connsiteX0" fmla="*/ 0 w 1613893"/>
              <a:gd name="connsiteY0" fmla="*/ 0 h 2304255"/>
              <a:gd name="connsiteX1" fmla="*/ 1080120 w 1613893"/>
              <a:gd name="connsiteY1" fmla="*/ 0 h 2304255"/>
              <a:gd name="connsiteX2" fmla="*/ 1074142 w 1613893"/>
              <a:gd name="connsiteY2" fmla="*/ 562113 h 2304255"/>
              <a:gd name="connsiteX3" fmla="*/ 1613892 w 1613893"/>
              <a:gd name="connsiteY3" fmla="*/ 1152663 h 2304255"/>
              <a:gd name="connsiteX4" fmla="*/ 1080492 w 1613893"/>
              <a:gd name="connsiteY4" fmla="*/ 1736863 h 2304255"/>
              <a:gd name="connsiteX5" fmla="*/ 1080120 w 1613893"/>
              <a:gd name="connsiteY5" fmla="*/ 2304255 h 2304255"/>
              <a:gd name="connsiteX6" fmla="*/ 0 w 1613893"/>
              <a:gd name="connsiteY6" fmla="*/ 2304255 h 2304255"/>
              <a:gd name="connsiteX7" fmla="*/ 0 w 1613893"/>
              <a:gd name="connsiteY7" fmla="*/ 0 h 2304255"/>
              <a:gd name="connsiteX0" fmla="*/ 0 w 1613893"/>
              <a:gd name="connsiteY0" fmla="*/ 0 h 2304255"/>
              <a:gd name="connsiteX1" fmla="*/ 1080120 w 1613893"/>
              <a:gd name="connsiteY1" fmla="*/ 0 h 2304255"/>
              <a:gd name="connsiteX2" fmla="*/ 1074142 w 1613893"/>
              <a:gd name="connsiteY2" fmla="*/ 562113 h 2304255"/>
              <a:gd name="connsiteX3" fmla="*/ 1613892 w 1613893"/>
              <a:gd name="connsiteY3" fmla="*/ 1152663 h 2304255"/>
              <a:gd name="connsiteX4" fmla="*/ 1080492 w 1613893"/>
              <a:gd name="connsiteY4" fmla="*/ 1736863 h 2304255"/>
              <a:gd name="connsiteX5" fmla="*/ 1080120 w 1613893"/>
              <a:gd name="connsiteY5" fmla="*/ 2304255 h 2304255"/>
              <a:gd name="connsiteX6" fmla="*/ 0 w 1613893"/>
              <a:gd name="connsiteY6" fmla="*/ 2304255 h 2304255"/>
              <a:gd name="connsiteX7" fmla="*/ 0 w 1613893"/>
              <a:gd name="connsiteY7" fmla="*/ 0 h 2304255"/>
              <a:gd name="connsiteX0" fmla="*/ 0 w 1616703"/>
              <a:gd name="connsiteY0" fmla="*/ 0 h 2304255"/>
              <a:gd name="connsiteX1" fmla="*/ 1080120 w 1616703"/>
              <a:gd name="connsiteY1" fmla="*/ 0 h 2304255"/>
              <a:gd name="connsiteX2" fmla="*/ 1074142 w 1616703"/>
              <a:gd name="connsiteY2" fmla="*/ 562113 h 2304255"/>
              <a:gd name="connsiteX3" fmla="*/ 1613892 w 1616703"/>
              <a:gd name="connsiteY3" fmla="*/ 1152663 h 2304255"/>
              <a:gd name="connsiteX4" fmla="*/ 1277342 w 1616703"/>
              <a:gd name="connsiteY4" fmla="*/ 1476513 h 2304255"/>
              <a:gd name="connsiteX5" fmla="*/ 1080492 w 1616703"/>
              <a:gd name="connsiteY5" fmla="*/ 1736863 h 2304255"/>
              <a:gd name="connsiteX6" fmla="*/ 1080120 w 1616703"/>
              <a:gd name="connsiteY6" fmla="*/ 2304255 h 2304255"/>
              <a:gd name="connsiteX7" fmla="*/ 0 w 1616703"/>
              <a:gd name="connsiteY7" fmla="*/ 2304255 h 2304255"/>
              <a:gd name="connsiteX8" fmla="*/ 0 w 1616703"/>
              <a:gd name="connsiteY8" fmla="*/ 0 h 2304255"/>
              <a:gd name="connsiteX0" fmla="*/ 0 w 1620168"/>
              <a:gd name="connsiteY0" fmla="*/ 0 h 2304255"/>
              <a:gd name="connsiteX1" fmla="*/ 1080120 w 1620168"/>
              <a:gd name="connsiteY1" fmla="*/ 0 h 2304255"/>
              <a:gd name="connsiteX2" fmla="*/ 1074142 w 1620168"/>
              <a:gd name="connsiteY2" fmla="*/ 562113 h 2304255"/>
              <a:gd name="connsiteX3" fmla="*/ 1613892 w 1620168"/>
              <a:gd name="connsiteY3" fmla="*/ 1152663 h 2304255"/>
              <a:gd name="connsiteX4" fmla="*/ 1448792 w 1620168"/>
              <a:gd name="connsiteY4" fmla="*/ 1578113 h 2304255"/>
              <a:gd name="connsiteX5" fmla="*/ 1080492 w 1620168"/>
              <a:gd name="connsiteY5" fmla="*/ 1736863 h 2304255"/>
              <a:gd name="connsiteX6" fmla="*/ 1080120 w 1620168"/>
              <a:gd name="connsiteY6" fmla="*/ 2304255 h 2304255"/>
              <a:gd name="connsiteX7" fmla="*/ 0 w 1620168"/>
              <a:gd name="connsiteY7" fmla="*/ 2304255 h 2304255"/>
              <a:gd name="connsiteX8" fmla="*/ 0 w 1620168"/>
              <a:gd name="connsiteY8" fmla="*/ 0 h 2304255"/>
              <a:gd name="connsiteX0" fmla="*/ 0 w 1620168"/>
              <a:gd name="connsiteY0" fmla="*/ 0 h 2304255"/>
              <a:gd name="connsiteX1" fmla="*/ 1080120 w 1620168"/>
              <a:gd name="connsiteY1" fmla="*/ 0 h 2304255"/>
              <a:gd name="connsiteX2" fmla="*/ 1074142 w 1620168"/>
              <a:gd name="connsiteY2" fmla="*/ 562113 h 2304255"/>
              <a:gd name="connsiteX3" fmla="*/ 1328141 w 1620168"/>
              <a:gd name="connsiteY3" fmla="*/ 847863 h 2304255"/>
              <a:gd name="connsiteX4" fmla="*/ 1613892 w 1620168"/>
              <a:gd name="connsiteY4" fmla="*/ 1152663 h 2304255"/>
              <a:gd name="connsiteX5" fmla="*/ 1448792 w 1620168"/>
              <a:gd name="connsiteY5" fmla="*/ 1578113 h 2304255"/>
              <a:gd name="connsiteX6" fmla="*/ 1080492 w 1620168"/>
              <a:gd name="connsiteY6" fmla="*/ 1736863 h 2304255"/>
              <a:gd name="connsiteX7" fmla="*/ 1080120 w 1620168"/>
              <a:gd name="connsiteY7" fmla="*/ 2304255 h 2304255"/>
              <a:gd name="connsiteX8" fmla="*/ 0 w 1620168"/>
              <a:gd name="connsiteY8" fmla="*/ 2304255 h 2304255"/>
              <a:gd name="connsiteX9" fmla="*/ 0 w 1620168"/>
              <a:gd name="connsiteY9" fmla="*/ 0 h 2304255"/>
              <a:gd name="connsiteX0" fmla="*/ 0 w 1620168"/>
              <a:gd name="connsiteY0" fmla="*/ 0 h 2304255"/>
              <a:gd name="connsiteX1" fmla="*/ 1080120 w 1620168"/>
              <a:gd name="connsiteY1" fmla="*/ 0 h 2304255"/>
              <a:gd name="connsiteX2" fmla="*/ 1074142 w 1620168"/>
              <a:gd name="connsiteY2" fmla="*/ 562113 h 2304255"/>
              <a:gd name="connsiteX3" fmla="*/ 1461491 w 1620168"/>
              <a:gd name="connsiteY3" fmla="*/ 765313 h 2304255"/>
              <a:gd name="connsiteX4" fmla="*/ 1613892 w 1620168"/>
              <a:gd name="connsiteY4" fmla="*/ 1152663 h 2304255"/>
              <a:gd name="connsiteX5" fmla="*/ 1448792 w 1620168"/>
              <a:gd name="connsiteY5" fmla="*/ 1578113 h 2304255"/>
              <a:gd name="connsiteX6" fmla="*/ 1080492 w 1620168"/>
              <a:gd name="connsiteY6" fmla="*/ 1736863 h 2304255"/>
              <a:gd name="connsiteX7" fmla="*/ 1080120 w 1620168"/>
              <a:gd name="connsiteY7" fmla="*/ 2304255 h 2304255"/>
              <a:gd name="connsiteX8" fmla="*/ 0 w 1620168"/>
              <a:gd name="connsiteY8" fmla="*/ 2304255 h 2304255"/>
              <a:gd name="connsiteX9" fmla="*/ 0 w 1620168"/>
              <a:gd name="connsiteY9" fmla="*/ 0 h 2304255"/>
              <a:gd name="connsiteX0" fmla="*/ 0 w 1620168"/>
              <a:gd name="connsiteY0" fmla="*/ 0 h 2304255"/>
              <a:gd name="connsiteX1" fmla="*/ 1080120 w 1620168"/>
              <a:gd name="connsiteY1" fmla="*/ 0 h 2304255"/>
              <a:gd name="connsiteX2" fmla="*/ 1074142 w 1620168"/>
              <a:gd name="connsiteY2" fmla="*/ 562113 h 2304255"/>
              <a:gd name="connsiteX3" fmla="*/ 1461491 w 1620168"/>
              <a:gd name="connsiteY3" fmla="*/ 765313 h 2304255"/>
              <a:gd name="connsiteX4" fmla="*/ 1613892 w 1620168"/>
              <a:gd name="connsiteY4" fmla="*/ 1152663 h 2304255"/>
              <a:gd name="connsiteX5" fmla="*/ 1448792 w 1620168"/>
              <a:gd name="connsiteY5" fmla="*/ 1578113 h 2304255"/>
              <a:gd name="connsiteX6" fmla="*/ 1080492 w 1620168"/>
              <a:gd name="connsiteY6" fmla="*/ 1736863 h 2304255"/>
              <a:gd name="connsiteX7" fmla="*/ 1080120 w 1620168"/>
              <a:gd name="connsiteY7" fmla="*/ 2304255 h 2304255"/>
              <a:gd name="connsiteX8" fmla="*/ 0 w 1620168"/>
              <a:gd name="connsiteY8" fmla="*/ 2304255 h 2304255"/>
              <a:gd name="connsiteX9" fmla="*/ 0 w 1620168"/>
              <a:gd name="connsiteY9" fmla="*/ 0 h 2304255"/>
              <a:gd name="connsiteX0" fmla="*/ 0 w 1620168"/>
              <a:gd name="connsiteY0" fmla="*/ 0 h 2304255"/>
              <a:gd name="connsiteX1" fmla="*/ 1080120 w 1620168"/>
              <a:gd name="connsiteY1" fmla="*/ 0 h 2304255"/>
              <a:gd name="connsiteX2" fmla="*/ 1074142 w 1620168"/>
              <a:gd name="connsiteY2" fmla="*/ 562113 h 2304255"/>
              <a:gd name="connsiteX3" fmla="*/ 1461491 w 1620168"/>
              <a:gd name="connsiteY3" fmla="*/ 765313 h 2304255"/>
              <a:gd name="connsiteX4" fmla="*/ 1613892 w 1620168"/>
              <a:gd name="connsiteY4" fmla="*/ 1152663 h 2304255"/>
              <a:gd name="connsiteX5" fmla="*/ 1448792 w 1620168"/>
              <a:gd name="connsiteY5" fmla="*/ 1578113 h 2304255"/>
              <a:gd name="connsiteX6" fmla="*/ 1080492 w 1620168"/>
              <a:gd name="connsiteY6" fmla="*/ 1736863 h 2304255"/>
              <a:gd name="connsiteX7" fmla="*/ 1080120 w 1620168"/>
              <a:gd name="connsiteY7" fmla="*/ 2304255 h 2304255"/>
              <a:gd name="connsiteX8" fmla="*/ 0 w 1620168"/>
              <a:gd name="connsiteY8" fmla="*/ 2304255 h 2304255"/>
              <a:gd name="connsiteX9" fmla="*/ 0 w 1620168"/>
              <a:gd name="connsiteY9" fmla="*/ 0 h 2304255"/>
              <a:gd name="connsiteX0" fmla="*/ 0 w 1620168"/>
              <a:gd name="connsiteY0" fmla="*/ 0 h 2304255"/>
              <a:gd name="connsiteX1" fmla="*/ 1080120 w 1620168"/>
              <a:gd name="connsiteY1" fmla="*/ 0 h 2304255"/>
              <a:gd name="connsiteX2" fmla="*/ 1074142 w 1620168"/>
              <a:gd name="connsiteY2" fmla="*/ 562113 h 2304255"/>
              <a:gd name="connsiteX3" fmla="*/ 1461491 w 1620168"/>
              <a:gd name="connsiteY3" fmla="*/ 765313 h 2304255"/>
              <a:gd name="connsiteX4" fmla="*/ 1613892 w 1620168"/>
              <a:gd name="connsiteY4" fmla="*/ 1152663 h 2304255"/>
              <a:gd name="connsiteX5" fmla="*/ 1448792 w 1620168"/>
              <a:gd name="connsiteY5" fmla="*/ 1578113 h 2304255"/>
              <a:gd name="connsiteX6" fmla="*/ 1080492 w 1620168"/>
              <a:gd name="connsiteY6" fmla="*/ 1736863 h 2304255"/>
              <a:gd name="connsiteX7" fmla="*/ 1080120 w 1620168"/>
              <a:gd name="connsiteY7" fmla="*/ 2304255 h 2304255"/>
              <a:gd name="connsiteX8" fmla="*/ 0 w 1620168"/>
              <a:gd name="connsiteY8" fmla="*/ 2304255 h 2304255"/>
              <a:gd name="connsiteX9" fmla="*/ 0 w 1620168"/>
              <a:gd name="connsiteY9" fmla="*/ 0 h 2304255"/>
              <a:gd name="connsiteX0" fmla="*/ 0 w 1614477"/>
              <a:gd name="connsiteY0" fmla="*/ 0 h 2304255"/>
              <a:gd name="connsiteX1" fmla="*/ 1080120 w 1614477"/>
              <a:gd name="connsiteY1" fmla="*/ 0 h 2304255"/>
              <a:gd name="connsiteX2" fmla="*/ 1074142 w 1614477"/>
              <a:gd name="connsiteY2" fmla="*/ 562113 h 2304255"/>
              <a:gd name="connsiteX3" fmla="*/ 1461491 w 1614477"/>
              <a:gd name="connsiteY3" fmla="*/ 765313 h 2304255"/>
              <a:gd name="connsiteX4" fmla="*/ 1613892 w 1614477"/>
              <a:gd name="connsiteY4" fmla="*/ 1152663 h 2304255"/>
              <a:gd name="connsiteX5" fmla="*/ 1448792 w 1614477"/>
              <a:gd name="connsiteY5" fmla="*/ 1578113 h 2304255"/>
              <a:gd name="connsiteX6" fmla="*/ 1080492 w 1614477"/>
              <a:gd name="connsiteY6" fmla="*/ 1736863 h 2304255"/>
              <a:gd name="connsiteX7" fmla="*/ 1080120 w 1614477"/>
              <a:gd name="connsiteY7" fmla="*/ 2304255 h 2304255"/>
              <a:gd name="connsiteX8" fmla="*/ 0 w 1614477"/>
              <a:gd name="connsiteY8" fmla="*/ 2304255 h 2304255"/>
              <a:gd name="connsiteX9" fmla="*/ 0 w 1614477"/>
              <a:gd name="connsiteY9" fmla="*/ 0 h 2304255"/>
              <a:gd name="connsiteX0" fmla="*/ 0 w 1614477"/>
              <a:gd name="connsiteY0" fmla="*/ 0 h 2304255"/>
              <a:gd name="connsiteX1" fmla="*/ 1080120 w 1614477"/>
              <a:gd name="connsiteY1" fmla="*/ 0 h 2304255"/>
              <a:gd name="connsiteX2" fmla="*/ 1074142 w 1614477"/>
              <a:gd name="connsiteY2" fmla="*/ 562113 h 2304255"/>
              <a:gd name="connsiteX3" fmla="*/ 1461491 w 1614477"/>
              <a:gd name="connsiteY3" fmla="*/ 765313 h 2304255"/>
              <a:gd name="connsiteX4" fmla="*/ 1613892 w 1614477"/>
              <a:gd name="connsiteY4" fmla="*/ 1152663 h 2304255"/>
              <a:gd name="connsiteX5" fmla="*/ 1448792 w 1614477"/>
              <a:gd name="connsiteY5" fmla="*/ 1578113 h 2304255"/>
              <a:gd name="connsiteX6" fmla="*/ 1080492 w 1614477"/>
              <a:gd name="connsiteY6" fmla="*/ 1736863 h 2304255"/>
              <a:gd name="connsiteX7" fmla="*/ 1080120 w 1614477"/>
              <a:gd name="connsiteY7" fmla="*/ 2304255 h 2304255"/>
              <a:gd name="connsiteX8" fmla="*/ 0 w 1614477"/>
              <a:gd name="connsiteY8" fmla="*/ 2304255 h 2304255"/>
              <a:gd name="connsiteX9" fmla="*/ 0 w 1614477"/>
              <a:gd name="connsiteY9" fmla="*/ 0 h 2304255"/>
              <a:gd name="connsiteX0" fmla="*/ 0 w 1614477"/>
              <a:gd name="connsiteY0" fmla="*/ 0 h 2304255"/>
              <a:gd name="connsiteX1" fmla="*/ 1080120 w 1614477"/>
              <a:gd name="connsiteY1" fmla="*/ 0 h 2304255"/>
              <a:gd name="connsiteX2" fmla="*/ 1074142 w 1614477"/>
              <a:gd name="connsiteY2" fmla="*/ 562113 h 2304255"/>
              <a:gd name="connsiteX3" fmla="*/ 1461491 w 1614477"/>
              <a:gd name="connsiteY3" fmla="*/ 765313 h 2304255"/>
              <a:gd name="connsiteX4" fmla="*/ 1613892 w 1614477"/>
              <a:gd name="connsiteY4" fmla="*/ 1152663 h 2304255"/>
              <a:gd name="connsiteX5" fmla="*/ 1448792 w 1614477"/>
              <a:gd name="connsiteY5" fmla="*/ 1578113 h 2304255"/>
              <a:gd name="connsiteX6" fmla="*/ 1080492 w 1614477"/>
              <a:gd name="connsiteY6" fmla="*/ 1736863 h 2304255"/>
              <a:gd name="connsiteX7" fmla="*/ 1080120 w 1614477"/>
              <a:gd name="connsiteY7" fmla="*/ 2304255 h 2304255"/>
              <a:gd name="connsiteX8" fmla="*/ 0 w 1614477"/>
              <a:gd name="connsiteY8" fmla="*/ 2304255 h 2304255"/>
              <a:gd name="connsiteX9" fmla="*/ 0 w 1614477"/>
              <a:gd name="connsiteY9" fmla="*/ 0 h 2304255"/>
              <a:gd name="connsiteX0" fmla="*/ 0 w 1614477"/>
              <a:gd name="connsiteY0" fmla="*/ 0 h 2304255"/>
              <a:gd name="connsiteX1" fmla="*/ 1080120 w 1614477"/>
              <a:gd name="connsiteY1" fmla="*/ 0 h 2304255"/>
              <a:gd name="connsiteX2" fmla="*/ 1074142 w 1614477"/>
              <a:gd name="connsiteY2" fmla="*/ 562113 h 2304255"/>
              <a:gd name="connsiteX3" fmla="*/ 1461491 w 1614477"/>
              <a:gd name="connsiteY3" fmla="*/ 765313 h 2304255"/>
              <a:gd name="connsiteX4" fmla="*/ 1613892 w 1614477"/>
              <a:gd name="connsiteY4" fmla="*/ 1152663 h 2304255"/>
              <a:gd name="connsiteX5" fmla="*/ 1448792 w 1614477"/>
              <a:gd name="connsiteY5" fmla="*/ 1578113 h 2304255"/>
              <a:gd name="connsiteX6" fmla="*/ 1080492 w 1614477"/>
              <a:gd name="connsiteY6" fmla="*/ 1736863 h 2304255"/>
              <a:gd name="connsiteX7" fmla="*/ 1080120 w 1614477"/>
              <a:gd name="connsiteY7" fmla="*/ 2304255 h 2304255"/>
              <a:gd name="connsiteX8" fmla="*/ 0 w 1614477"/>
              <a:gd name="connsiteY8" fmla="*/ 2304255 h 2304255"/>
              <a:gd name="connsiteX9" fmla="*/ 0 w 1614477"/>
              <a:gd name="connsiteY9" fmla="*/ 0 h 2304255"/>
              <a:gd name="connsiteX0" fmla="*/ 0 w 1614477"/>
              <a:gd name="connsiteY0" fmla="*/ 0 h 2304255"/>
              <a:gd name="connsiteX1" fmla="*/ 1080120 w 1614477"/>
              <a:gd name="connsiteY1" fmla="*/ 0 h 2304255"/>
              <a:gd name="connsiteX2" fmla="*/ 1074142 w 1614477"/>
              <a:gd name="connsiteY2" fmla="*/ 562113 h 2304255"/>
              <a:gd name="connsiteX3" fmla="*/ 1461491 w 1614477"/>
              <a:gd name="connsiteY3" fmla="*/ 765313 h 2304255"/>
              <a:gd name="connsiteX4" fmla="*/ 1613892 w 1614477"/>
              <a:gd name="connsiteY4" fmla="*/ 1152663 h 2304255"/>
              <a:gd name="connsiteX5" fmla="*/ 1448792 w 1614477"/>
              <a:gd name="connsiteY5" fmla="*/ 1578113 h 2304255"/>
              <a:gd name="connsiteX6" fmla="*/ 1080492 w 1614477"/>
              <a:gd name="connsiteY6" fmla="*/ 1736863 h 2304255"/>
              <a:gd name="connsiteX7" fmla="*/ 1080120 w 1614477"/>
              <a:gd name="connsiteY7" fmla="*/ 2304255 h 2304255"/>
              <a:gd name="connsiteX8" fmla="*/ 0 w 1614477"/>
              <a:gd name="connsiteY8" fmla="*/ 2304255 h 2304255"/>
              <a:gd name="connsiteX9" fmla="*/ 0 w 1614477"/>
              <a:gd name="connsiteY9" fmla="*/ 0 h 2304255"/>
              <a:gd name="connsiteX0" fmla="*/ 0 w 1614582"/>
              <a:gd name="connsiteY0" fmla="*/ 0 h 2304255"/>
              <a:gd name="connsiteX1" fmla="*/ 1080120 w 1614582"/>
              <a:gd name="connsiteY1" fmla="*/ 0 h 2304255"/>
              <a:gd name="connsiteX2" fmla="*/ 1074142 w 1614582"/>
              <a:gd name="connsiteY2" fmla="*/ 562113 h 2304255"/>
              <a:gd name="connsiteX3" fmla="*/ 1486891 w 1614582"/>
              <a:gd name="connsiteY3" fmla="*/ 758963 h 2304255"/>
              <a:gd name="connsiteX4" fmla="*/ 1613892 w 1614582"/>
              <a:gd name="connsiteY4" fmla="*/ 1152663 h 2304255"/>
              <a:gd name="connsiteX5" fmla="*/ 1448792 w 1614582"/>
              <a:gd name="connsiteY5" fmla="*/ 1578113 h 2304255"/>
              <a:gd name="connsiteX6" fmla="*/ 1080492 w 1614582"/>
              <a:gd name="connsiteY6" fmla="*/ 1736863 h 2304255"/>
              <a:gd name="connsiteX7" fmla="*/ 1080120 w 1614582"/>
              <a:gd name="connsiteY7" fmla="*/ 2304255 h 2304255"/>
              <a:gd name="connsiteX8" fmla="*/ 0 w 1614582"/>
              <a:gd name="connsiteY8" fmla="*/ 2304255 h 2304255"/>
              <a:gd name="connsiteX9" fmla="*/ 0 w 1614582"/>
              <a:gd name="connsiteY9" fmla="*/ 0 h 2304255"/>
              <a:gd name="connsiteX0" fmla="*/ 0 w 1614435"/>
              <a:gd name="connsiteY0" fmla="*/ 0 h 2304255"/>
              <a:gd name="connsiteX1" fmla="*/ 1080120 w 1614435"/>
              <a:gd name="connsiteY1" fmla="*/ 0 h 2304255"/>
              <a:gd name="connsiteX2" fmla="*/ 1074142 w 1614435"/>
              <a:gd name="connsiteY2" fmla="*/ 562113 h 2304255"/>
              <a:gd name="connsiteX3" fmla="*/ 1486891 w 1614435"/>
              <a:gd name="connsiteY3" fmla="*/ 758963 h 2304255"/>
              <a:gd name="connsiteX4" fmla="*/ 1613892 w 1614435"/>
              <a:gd name="connsiteY4" fmla="*/ 1152663 h 2304255"/>
              <a:gd name="connsiteX5" fmla="*/ 1448792 w 1614435"/>
              <a:gd name="connsiteY5" fmla="*/ 1578113 h 2304255"/>
              <a:gd name="connsiteX6" fmla="*/ 1080492 w 1614435"/>
              <a:gd name="connsiteY6" fmla="*/ 1736863 h 2304255"/>
              <a:gd name="connsiteX7" fmla="*/ 1080120 w 1614435"/>
              <a:gd name="connsiteY7" fmla="*/ 2304255 h 2304255"/>
              <a:gd name="connsiteX8" fmla="*/ 0 w 1614435"/>
              <a:gd name="connsiteY8" fmla="*/ 2304255 h 2304255"/>
              <a:gd name="connsiteX9" fmla="*/ 0 w 1614435"/>
              <a:gd name="connsiteY9" fmla="*/ 0 h 2304255"/>
              <a:gd name="connsiteX0" fmla="*/ 0 w 1614435"/>
              <a:gd name="connsiteY0" fmla="*/ 0 h 2304255"/>
              <a:gd name="connsiteX1" fmla="*/ 1080120 w 1614435"/>
              <a:gd name="connsiteY1" fmla="*/ 0 h 2304255"/>
              <a:gd name="connsiteX2" fmla="*/ 1074142 w 1614435"/>
              <a:gd name="connsiteY2" fmla="*/ 562113 h 2304255"/>
              <a:gd name="connsiteX3" fmla="*/ 1486891 w 1614435"/>
              <a:gd name="connsiteY3" fmla="*/ 758963 h 2304255"/>
              <a:gd name="connsiteX4" fmla="*/ 1613892 w 1614435"/>
              <a:gd name="connsiteY4" fmla="*/ 1152663 h 2304255"/>
              <a:gd name="connsiteX5" fmla="*/ 1448792 w 1614435"/>
              <a:gd name="connsiteY5" fmla="*/ 1578113 h 2304255"/>
              <a:gd name="connsiteX6" fmla="*/ 1080492 w 1614435"/>
              <a:gd name="connsiteY6" fmla="*/ 1736863 h 2304255"/>
              <a:gd name="connsiteX7" fmla="*/ 1080120 w 1614435"/>
              <a:gd name="connsiteY7" fmla="*/ 2304255 h 2304255"/>
              <a:gd name="connsiteX8" fmla="*/ 0 w 1614435"/>
              <a:gd name="connsiteY8" fmla="*/ 2304255 h 2304255"/>
              <a:gd name="connsiteX9" fmla="*/ 0 w 1614435"/>
              <a:gd name="connsiteY9" fmla="*/ 0 h 2304255"/>
              <a:gd name="connsiteX0" fmla="*/ 0 w 1613971"/>
              <a:gd name="connsiteY0" fmla="*/ 0 h 2304255"/>
              <a:gd name="connsiteX1" fmla="*/ 1080120 w 1613971"/>
              <a:gd name="connsiteY1" fmla="*/ 0 h 2304255"/>
              <a:gd name="connsiteX2" fmla="*/ 1074142 w 1613971"/>
              <a:gd name="connsiteY2" fmla="*/ 562113 h 2304255"/>
              <a:gd name="connsiteX3" fmla="*/ 1486891 w 1613971"/>
              <a:gd name="connsiteY3" fmla="*/ 758963 h 2304255"/>
              <a:gd name="connsiteX4" fmla="*/ 1613892 w 1613971"/>
              <a:gd name="connsiteY4" fmla="*/ 1152663 h 2304255"/>
              <a:gd name="connsiteX5" fmla="*/ 1499592 w 1613971"/>
              <a:gd name="connsiteY5" fmla="*/ 1527313 h 2304255"/>
              <a:gd name="connsiteX6" fmla="*/ 1080492 w 1613971"/>
              <a:gd name="connsiteY6" fmla="*/ 1736863 h 2304255"/>
              <a:gd name="connsiteX7" fmla="*/ 1080120 w 1613971"/>
              <a:gd name="connsiteY7" fmla="*/ 2304255 h 2304255"/>
              <a:gd name="connsiteX8" fmla="*/ 0 w 1613971"/>
              <a:gd name="connsiteY8" fmla="*/ 2304255 h 2304255"/>
              <a:gd name="connsiteX9" fmla="*/ 0 w 1613971"/>
              <a:gd name="connsiteY9" fmla="*/ 0 h 2304255"/>
              <a:gd name="connsiteX0" fmla="*/ 0 w 1613971"/>
              <a:gd name="connsiteY0" fmla="*/ 0 h 2304255"/>
              <a:gd name="connsiteX1" fmla="*/ 1080120 w 1613971"/>
              <a:gd name="connsiteY1" fmla="*/ 0 h 2304255"/>
              <a:gd name="connsiteX2" fmla="*/ 1074142 w 1613971"/>
              <a:gd name="connsiteY2" fmla="*/ 562113 h 2304255"/>
              <a:gd name="connsiteX3" fmla="*/ 1486891 w 1613971"/>
              <a:gd name="connsiteY3" fmla="*/ 758963 h 2304255"/>
              <a:gd name="connsiteX4" fmla="*/ 1613892 w 1613971"/>
              <a:gd name="connsiteY4" fmla="*/ 1152663 h 2304255"/>
              <a:gd name="connsiteX5" fmla="*/ 1499592 w 1613971"/>
              <a:gd name="connsiteY5" fmla="*/ 1527313 h 2304255"/>
              <a:gd name="connsiteX6" fmla="*/ 1080492 w 1613971"/>
              <a:gd name="connsiteY6" fmla="*/ 1736863 h 2304255"/>
              <a:gd name="connsiteX7" fmla="*/ 1080120 w 1613971"/>
              <a:gd name="connsiteY7" fmla="*/ 2304255 h 2304255"/>
              <a:gd name="connsiteX8" fmla="*/ 0 w 1613971"/>
              <a:gd name="connsiteY8" fmla="*/ 2304255 h 2304255"/>
              <a:gd name="connsiteX9" fmla="*/ 992 w 1613971"/>
              <a:gd name="connsiteY9" fmla="*/ 1679713 h 2304255"/>
              <a:gd name="connsiteX10" fmla="*/ 0 w 1613971"/>
              <a:gd name="connsiteY10" fmla="*/ 0 h 2304255"/>
              <a:gd name="connsiteX0" fmla="*/ 79715 w 1693686"/>
              <a:gd name="connsiteY0" fmla="*/ 0 h 2304255"/>
              <a:gd name="connsiteX1" fmla="*/ 1159835 w 1693686"/>
              <a:gd name="connsiteY1" fmla="*/ 0 h 2304255"/>
              <a:gd name="connsiteX2" fmla="*/ 1153857 w 1693686"/>
              <a:gd name="connsiteY2" fmla="*/ 562113 h 2304255"/>
              <a:gd name="connsiteX3" fmla="*/ 1566606 w 1693686"/>
              <a:gd name="connsiteY3" fmla="*/ 758963 h 2304255"/>
              <a:gd name="connsiteX4" fmla="*/ 1693607 w 1693686"/>
              <a:gd name="connsiteY4" fmla="*/ 1152663 h 2304255"/>
              <a:gd name="connsiteX5" fmla="*/ 1579307 w 1693686"/>
              <a:gd name="connsiteY5" fmla="*/ 1527313 h 2304255"/>
              <a:gd name="connsiteX6" fmla="*/ 1160207 w 1693686"/>
              <a:gd name="connsiteY6" fmla="*/ 1736863 h 2304255"/>
              <a:gd name="connsiteX7" fmla="*/ 1159835 w 1693686"/>
              <a:gd name="connsiteY7" fmla="*/ 2304255 h 2304255"/>
              <a:gd name="connsiteX8" fmla="*/ 79715 w 1693686"/>
              <a:gd name="connsiteY8" fmla="*/ 2304255 h 2304255"/>
              <a:gd name="connsiteX9" fmla="*/ 80707 w 1693686"/>
              <a:gd name="connsiteY9" fmla="*/ 1679713 h 2304255"/>
              <a:gd name="connsiteX10" fmla="*/ 80707 w 1693686"/>
              <a:gd name="connsiteY10" fmla="*/ 568463 h 2304255"/>
              <a:gd name="connsiteX11" fmla="*/ 79715 w 1693686"/>
              <a:gd name="connsiteY11" fmla="*/ 0 h 2304255"/>
              <a:gd name="connsiteX0" fmla="*/ 90128 w 1704099"/>
              <a:gd name="connsiteY0" fmla="*/ 0 h 2304255"/>
              <a:gd name="connsiteX1" fmla="*/ 1170248 w 1704099"/>
              <a:gd name="connsiteY1" fmla="*/ 0 h 2304255"/>
              <a:gd name="connsiteX2" fmla="*/ 1164270 w 1704099"/>
              <a:gd name="connsiteY2" fmla="*/ 562113 h 2304255"/>
              <a:gd name="connsiteX3" fmla="*/ 1577019 w 1704099"/>
              <a:gd name="connsiteY3" fmla="*/ 758963 h 2304255"/>
              <a:gd name="connsiteX4" fmla="*/ 1704020 w 1704099"/>
              <a:gd name="connsiteY4" fmla="*/ 1152663 h 2304255"/>
              <a:gd name="connsiteX5" fmla="*/ 1589720 w 1704099"/>
              <a:gd name="connsiteY5" fmla="*/ 1527313 h 2304255"/>
              <a:gd name="connsiteX6" fmla="*/ 1170620 w 1704099"/>
              <a:gd name="connsiteY6" fmla="*/ 1736863 h 2304255"/>
              <a:gd name="connsiteX7" fmla="*/ 1170248 w 1704099"/>
              <a:gd name="connsiteY7" fmla="*/ 2304255 h 2304255"/>
              <a:gd name="connsiteX8" fmla="*/ 90128 w 1704099"/>
              <a:gd name="connsiteY8" fmla="*/ 2304255 h 2304255"/>
              <a:gd name="connsiteX9" fmla="*/ 91120 w 1704099"/>
              <a:gd name="connsiteY9" fmla="*/ 1679713 h 2304255"/>
              <a:gd name="connsiteX10" fmla="*/ 91120 w 1704099"/>
              <a:gd name="connsiteY10" fmla="*/ 568463 h 2304255"/>
              <a:gd name="connsiteX11" fmla="*/ 90128 w 1704099"/>
              <a:gd name="connsiteY11" fmla="*/ 0 h 2304255"/>
              <a:gd name="connsiteX0" fmla="*/ 90128 w 1704099"/>
              <a:gd name="connsiteY0" fmla="*/ 0 h 2304255"/>
              <a:gd name="connsiteX1" fmla="*/ 1170248 w 1704099"/>
              <a:gd name="connsiteY1" fmla="*/ 0 h 2304255"/>
              <a:gd name="connsiteX2" fmla="*/ 1164270 w 1704099"/>
              <a:gd name="connsiteY2" fmla="*/ 562113 h 2304255"/>
              <a:gd name="connsiteX3" fmla="*/ 1577019 w 1704099"/>
              <a:gd name="connsiteY3" fmla="*/ 758963 h 2304255"/>
              <a:gd name="connsiteX4" fmla="*/ 1704020 w 1704099"/>
              <a:gd name="connsiteY4" fmla="*/ 1152663 h 2304255"/>
              <a:gd name="connsiteX5" fmla="*/ 1589720 w 1704099"/>
              <a:gd name="connsiteY5" fmla="*/ 1527313 h 2304255"/>
              <a:gd name="connsiteX6" fmla="*/ 1170620 w 1704099"/>
              <a:gd name="connsiteY6" fmla="*/ 1736863 h 2304255"/>
              <a:gd name="connsiteX7" fmla="*/ 1170248 w 1704099"/>
              <a:gd name="connsiteY7" fmla="*/ 2304255 h 2304255"/>
              <a:gd name="connsiteX8" fmla="*/ 90128 w 1704099"/>
              <a:gd name="connsiteY8" fmla="*/ 2304255 h 2304255"/>
              <a:gd name="connsiteX9" fmla="*/ 91120 w 1704099"/>
              <a:gd name="connsiteY9" fmla="*/ 1679713 h 2304255"/>
              <a:gd name="connsiteX10" fmla="*/ 91120 w 1704099"/>
              <a:gd name="connsiteY10" fmla="*/ 568463 h 2304255"/>
              <a:gd name="connsiteX11" fmla="*/ 90128 w 1704099"/>
              <a:gd name="connsiteY11" fmla="*/ 0 h 2304255"/>
              <a:gd name="connsiteX0" fmla="*/ 6 w 1613977"/>
              <a:gd name="connsiteY0" fmla="*/ 0 h 2304255"/>
              <a:gd name="connsiteX1" fmla="*/ 1080126 w 1613977"/>
              <a:gd name="connsiteY1" fmla="*/ 0 h 2304255"/>
              <a:gd name="connsiteX2" fmla="*/ 1074148 w 1613977"/>
              <a:gd name="connsiteY2" fmla="*/ 562113 h 2304255"/>
              <a:gd name="connsiteX3" fmla="*/ 1486897 w 1613977"/>
              <a:gd name="connsiteY3" fmla="*/ 758963 h 2304255"/>
              <a:gd name="connsiteX4" fmla="*/ 1613898 w 1613977"/>
              <a:gd name="connsiteY4" fmla="*/ 1152663 h 2304255"/>
              <a:gd name="connsiteX5" fmla="*/ 1499598 w 1613977"/>
              <a:gd name="connsiteY5" fmla="*/ 1527313 h 2304255"/>
              <a:gd name="connsiteX6" fmla="*/ 1080498 w 1613977"/>
              <a:gd name="connsiteY6" fmla="*/ 1736863 h 2304255"/>
              <a:gd name="connsiteX7" fmla="*/ 1080126 w 1613977"/>
              <a:gd name="connsiteY7" fmla="*/ 2304255 h 2304255"/>
              <a:gd name="connsiteX8" fmla="*/ 6 w 1613977"/>
              <a:gd name="connsiteY8" fmla="*/ 2304255 h 2304255"/>
              <a:gd name="connsiteX9" fmla="*/ 998 w 1613977"/>
              <a:gd name="connsiteY9" fmla="*/ 1679713 h 2304255"/>
              <a:gd name="connsiteX10" fmla="*/ 998 w 1613977"/>
              <a:gd name="connsiteY10" fmla="*/ 568463 h 2304255"/>
              <a:gd name="connsiteX11" fmla="*/ 6 w 1613977"/>
              <a:gd name="connsiteY11" fmla="*/ 0 h 2304255"/>
              <a:gd name="connsiteX0" fmla="*/ 6 w 1613977"/>
              <a:gd name="connsiteY0" fmla="*/ 0 h 2304255"/>
              <a:gd name="connsiteX1" fmla="*/ 1080126 w 1613977"/>
              <a:gd name="connsiteY1" fmla="*/ 0 h 2304255"/>
              <a:gd name="connsiteX2" fmla="*/ 1074148 w 1613977"/>
              <a:gd name="connsiteY2" fmla="*/ 562113 h 2304255"/>
              <a:gd name="connsiteX3" fmla="*/ 1486897 w 1613977"/>
              <a:gd name="connsiteY3" fmla="*/ 758963 h 2304255"/>
              <a:gd name="connsiteX4" fmla="*/ 1613898 w 1613977"/>
              <a:gd name="connsiteY4" fmla="*/ 1152663 h 2304255"/>
              <a:gd name="connsiteX5" fmla="*/ 1499598 w 1613977"/>
              <a:gd name="connsiteY5" fmla="*/ 1527313 h 2304255"/>
              <a:gd name="connsiteX6" fmla="*/ 1080498 w 1613977"/>
              <a:gd name="connsiteY6" fmla="*/ 1736863 h 2304255"/>
              <a:gd name="connsiteX7" fmla="*/ 1080126 w 1613977"/>
              <a:gd name="connsiteY7" fmla="*/ 2304255 h 2304255"/>
              <a:gd name="connsiteX8" fmla="*/ 6 w 1613977"/>
              <a:gd name="connsiteY8" fmla="*/ 2304255 h 2304255"/>
              <a:gd name="connsiteX9" fmla="*/ 998 w 1613977"/>
              <a:gd name="connsiteY9" fmla="*/ 1679713 h 2304255"/>
              <a:gd name="connsiteX10" fmla="*/ 999 w 1613977"/>
              <a:gd name="connsiteY10" fmla="*/ 1133613 h 2304255"/>
              <a:gd name="connsiteX11" fmla="*/ 998 w 1613977"/>
              <a:gd name="connsiteY11" fmla="*/ 568463 h 2304255"/>
              <a:gd name="connsiteX12" fmla="*/ 6 w 1613977"/>
              <a:gd name="connsiteY12" fmla="*/ 0 h 2304255"/>
              <a:gd name="connsiteX0" fmla="*/ 6 w 1613977"/>
              <a:gd name="connsiteY0" fmla="*/ 0 h 2304255"/>
              <a:gd name="connsiteX1" fmla="*/ 1080126 w 1613977"/>
              <a:gd name="connsiteY1" fmla="*/ 0 h 2304255"/>
              <a:gd name="connsiteX2" fmla="*/ 1074148 w 1613977"/>
              <a:gd name="connsiteY2" fmla="*/ 562113 h 2304255"/>
              <a:gd name="connsiteX3" fmla="*/ 1486897 w 1613977"/>
              <a:gd name="connsiteY3" fmla="*/ 758963 h 2304255"/>
              <a:gd name="connsiteX4" fmla="*/ 1613898 w 1613977"/>
              <a:gd name="connsiteY4" fmla="*/ 1152663 h 2304255"/>
              <a:gd name="connsiteX5" fmla="*/ 1499598 w 1613977"/>
              <a:gd name="connsiteY5" fmla="*/ 1527313 h 2304255"/>
              <a:gd name="connsiteX6" fmla="*/ 1080498 w 1613977"/>
              <a:gd name="connsiteY6" fmla="*/ 1736863 h 2304255"/>
              <a:gd name="connsiteX7" fmla="*/ 1080126 w 1613977"/>
              <a:gd name="connsiteY7" fmla="*/ 2304255 h 2304255"/>
              <a:gd name="connsiteX8" fmla="*/ 6 w 1613977"/>
              <a:gd name="connsiteY8" fmla="*/ 2304255 h 2304255"/>
              <a:gd name="connsiteX9" fmla="*/ 998 w 1613977"/>
              <a:gd name="connsiteY9" fmla="*/ 1679713 h 2304255"/>
              <a:gd name="connsiteX10" fmla="*/ 521699 w 1613977"/>
              <a:gd name="connsiteY10" fmla="*/ 1133613 h 2304255"/>
              <a:gd name="connsiteX11" fmla="*/ 998 w 1613977"/>
              <a:gd name="connsiteY11" fmla="*/ 568463 h 2304255"/>
              <a:gd name="connsiteX12" fmla="*/ 6 w 1613977"/>
              <a:gd name="connsiteY12" fmla="*/ 0 h 2304255"/>
              <a:gd name="connsiteX0" fmla="*/ 6 w 1613977"/>
              <a:gd name="connsiteY0" fmla="*/ 0 h 2304255"/>
              <a:gd name="connsiteX1" fmla="*/ 1080126 w 1613977"/>
              <a:gd name="connsiteY1" fmla="*/ 0 h 2304255"/>
              <a:gd name="connsiteX2" fmla="*/ 1074148 w 1613977"/>
              <a:gd name="connsiteY2" fmla="*/ 562113 h 2304255"/>
              <a:gd name="connsiteX3" fmla="*/ 1486897 w 1613977"/>
              <a:gd name="connsiteY3" fmla="*/ 758963 h 2304255"/>
              <a:gd name="connsiteX4" fmla="*/ 1613898 w 1613977"/>
              <a:gd name="connsiteY4" fmla="*/ 1152663 h 2304255"/>
              <a:gd name="connsiteX5" fmla="*/ 1499598 w 1613977"/>
              <a:gd name="connsiteY5" fmla="*/ 1527313 h 2304255"/>
              <a:gd name="connsiteX6" fmla="*/ 1080498 w 1613977"/>
              <a:gd name="connsiteY6" fmla="*/ 1736863 h 2304255"/>
              <a:gd name="connsiteX7" fmla="*/ 1080126 w 1613977"/>
              <a:gd name="connsiteY7" fmla="*/ 2304255 h 2304255"/>
              <a:gd name="connsiteX8" fmla="*/ 6 w 1613977"/>
              <a:gd name="connsiteY8" fmla="*/ 2304255 h 2304255"/>
              <a:gd name="connsiteX9" fmla="*/ 998 w 1613977"/>
              <a:gd name="connsiteY9" fmla="*/ 1679713 h 2304255"/>
              <a:gd name="connsiteX10" fmla="*/ 686799 w 1613977"/>
              <a:gd name="connsiteY10" fmla="*/ 1133613 h 2304255"/>
              <a:gd name="connsiteX11" fmla="*/ 998 w 1613977"/>
              <a:gd name="connsiteY11" fmla="*/ 568463 h 2304255"/>
              <a:gd name="connsiteX12" fmla="*/ 6 w 1613977"/>
              <a:gd name="connsiteY12" fmla="*/ 0 h 2304255"/>
              <a:gd name="connsiteX0" fmla="*/ 6 w 1613977"/>
              <a:gd name="connsiteY0" fmla="*/ 0 h 2304255"/>
              <a:gd name="connsiteX1" fmla="*/ 1080126 w 1613977"/>
              <a:gd name="connsiteY1" fmla="*/ 0 h 2304255"/>
              <a:gd name="connsiteX2" fmla="*/ 1074148 w 1613977"/>
              <a:gd name="connsiteY2" fmla="*/ 562113 h 2304255"/>
              <a:gd name="connsiteX3" fmla="*/ 1486897 w 1613977"/>
              <a:gd name="connsiteY3" fmla="*/ 758963 h 2304255"/>
              <a:gd name="connsiteX4" fmla="*/ 1613898 w 1613977"/>
              <a:gd name="connsiteY4" fmla="*/ 1152663 h 2304255"/>
              <a:gd name="connsiteX5" fmla="*/ 1499598 w 1613977"/>
              <a:gd name="connsiteY5" fmla="*/ 1527313 h 2304255"/>
              <a:gd name="connsiteX6" fmla="*/ 1080498 w 1613977"/>
              <a:gd name="connsiteY6" fmla="*/ 1736863 h 2304255"/>
              <a:gd name="connsiteX7" fmla="*/ 1080126 w 1613977"/>
              <a:gd name="connsiteY7" fmla="*/ 2304255 h 2304255"/>
              <a:gd name="connsiteX8" fmla="*/ 6 w 1613977"/>
              <a:gd name="connsiteY8" fmla="*/ 2304255 h 2304255"/>
              <a:gd name="connsiteX9" fmla="*/ 998 w 1613977"/>
              <a:gd name="connsiteY9" fmla="*/ 1679713 h 2304255"/>
              <a:gd name="connsiteX10" fmla="*/ 585199 w 1613977"/>
              <a:gd name="connsiteY10" fmla="*/ 1146313 h 2304255"/>
              <a:gd name="connsiteX11" fmla="*/ 998 w 1613977"/>
              <a:gd name="connsiteY11" fmla="*/ 568463 h 2304255"/>
              <a:gd name="connsiteX12" fmla="*/ 6 w 1613977"/>
              <a:gd name="connsiteY12" fmla="*/ 0 h 2304255"/>
              <a:gd name="connsiteX0" fmla="*/ 6 w 1613977"/>
              <a:gd name="connsiteY0" fmla="*/ 0 h 2304255"/>
              <a:gd name="connsiteX1" fmla="*/ 1080126 w 1613977"/>
              <a:gd name="connsiteY1" fmla="*/ 0 h 2304255"/>
              <a:gd name="connsiteX2" fmla="*/ 1074148 w 1613977"/>
              <a:gd name="connsiteY2" fmla="*/ 562113 h 2304255"/>
              <a:gd name="connsiteX3" fmla="*/ 1486897 w 1613977"/>
              <a:gd name="connsiteY3" fmla="*/ 758963 h 2304255"/>
              <a:gd name="connsiteX4" fmla="*/ 1613898 w 1613977"/>
              <a:gd name="connsiteY4" fmla="*/ 1152663 h 2304255"/>
              <a:gd name="connsiteX5" fmla="*/ 1499598 w 1613977"/>
              <a:gd name="connsiteY5" fmla="*/ 1527313 h 2304255"/>
              <a:gd name="connsiteX6" fmla="*/ 1080498 w 1613977"/>
              <a:gd name="connsiteY6" fmla="*/ 1736863 h 2304255"/>
              <a:gd name="connsiteX7" fmla="*/ 1080126 w 1613977"/>
              <a:gd name="connsiteY7" fmla="*/ 2304255 h 2304255"/>
              <a:gd name="connsiteX8" fmla="*/ 6 w 1613977"/>
              <a:gd name="connsiteY8" fmla="*/ 2304255 h 2304255"/>
              <a:gd name="connsiteX9" fmla="*/ 998 w 1613977"/>
              <a:gd name="connsiteY9" fmla="*/ 1679713 h 2304255"/>
              <a:gd name="connsiteX10" fmla="*/ 585199 w 1613977"/>
              <a:gd name="connsiteY10" fmla="*/ 1146313 h 2304255"/>
              <a:gd name="connsiteX11" fmla="*/ 998 w 1613977"/>
              <a:gd name="connsiteY11" fmla="*/ 568463 h 2304255"/>
              <a:gd name="connsiteX12" fmla="*/ 6 w 1613977"/>
              <a:gd name="connsiteY12" fmla="*/ 0 h 2304255"/>
              <a:gd name="connsiteX0" fmla="*/ 6 w 1613977"/>
              <a:gd name="connsiteY0" fmla="*/ 0 h 2304255"/>
              <a:gd name="connsiteX1" fmla="*/ 1080126 w 1613977"/>
              <a:gd name="connsiteY1" fmla="*/ 0 h 2304255"/>
              <a:gd name="connsiteX2" fmla="*/ 1074148 w 1613977"/>
              <a:gd name="connsiteY2" fmla="*/ 562113 h 2304255"/>
              <a:gd name="connsiteX3" fmla="*/ 1486897 w 1613977"/>
              <a:gd name="connsiteY3" fmla="*/ 758963 h 2304255"/>
              <a:gd name="connsiteX4" fmla="*/ 1613898 w 1613977"/>
              <a:gd name="connsiteY4" fmla="*/ 1152663 h 2304255"/>
              <a:gd name="connsiteX5" fmla="*/ 1499598 w 1613977"/>
              <a:gd name="connsiteY5" fmla="*/ 1527313 h 2304255"/>
              <a:gd name="connsiteX6" fmla="*/ 1080498 w 1613977"/>
              <a:gd name="connsiteY6" fmla="*/ 1736863 h 2304255"/>
              <a:gd name="connsiteX7" fmla="*/ 1080126 w 1613977"/>
              <a:gd name="connsiteY7" fmla="*/ 2304255 h 2304255"/>
              <a:gd name="connsiteX8" fmla="*/ 6 w 1613977"/>
              <a:gd name="connsiteY8" fmla="*/ 2304255 h 2304255"/>
              <a:gd name="connsiteX9" fmla="*/ 998 w 1613977"/>
              <a:gd name="connsiteY9" fmla="*/ 1679713 h 2304255"/>
              <a:gd name="connsiteX10" fmla="*/ 585199 w 1613977"/>
              <a:gd name="connsiteY10" fmla="*/ 1146313 h 2304255"/>
              <a:gd name="connsiteX11" fmla="*/ 998 w 1613977"/>
              <a:gd name="connsiteY11" fmla="*/ 568463 h 2304255"/>
              <a:gd name="connsiteX12" fmla="*/ 6 w 1613977"/>
              <a:gd name="connsiteY12" fmla="*/ 0 h 2304255"/>
              <a:gd name="connsiteX0" fmla="*/ 6 w 1613977"/>
              <a:gd name="connsiteY0" fmla="*/ 0 h 2304255"/>
              <a:gd name="connsiteX1" fmla="*/ 1080126 w 1613977"/>
              <a:gd name="connsiteY1" fmla="*/ 0 h 2304255"/>
              <a:gd name="connsiteX2" fmla="*/ 1074148 w 1613977"/>
              <a:gd name="connsiteY2" fmla="*/ 562113 h 2304255"/>
              <a:gd name="connsiteX3" fmla="*/ 1486897 w 1613977"/>
              <a:gd name="connsiteY3" fmla="*/ 758963 h 2304255"/>
              <a:gd name="connsiteX4" fmla="*/ 1613898 w 1613977"/>
              <a:gd name="connsiteY4" fmla="*/ 1152663 h 2304255"/>
              <a:gd name="connsiteX5" fmla="*/ 1499598 w 1613977"/>
              <a:gd name="connsiteY5" fmla="*/ 1527313 h 2304255"/>
              <a:gd name="connsiteX6" fmla="*/ 1080498 w 1613977"/>
              <a:gd name="connsiteY6" fmla="*/ 1736863 h 2304255"/>
              <a:gd name="connsiteX7" fmla="*/ 1080126 w 1613977"/>
              <a:gd name="connsiteY7" fmla="*/ 2304255 h 2304255"/>
              <a:gd name="connsiteX8" fmla="*/ 6 w 1613977"/>
              <a:gd name="connsiteY8" fmla="*/ 2304255 h 2304255"/>
              <a:gd name="connsiteX9" fmla="*/ 998 w 1613977"/>
              <a:gd name="connsiteY9" fmla="*/ 1679713 h 2304255"/>
              <a:gd name="connsiteX10" fmla="*/ 585199 w 1613977"/>
              <a:gd name="connsiteY10" fmla="*/ 1146313 h 2304255"/>
              <a:gd name="connsiteX11" fmla="*/ 998 w 1613977"/>
              <a:gd name="connsiteY11" fmla="*/ 568463 h 2304255"/>
              <a:gd name="connsiteX12" fmla="*/ 6 w 1613977"/>
              <a:gd name="connsiteY12" fmla="*/ 0 h 2304255"/>
              <a:gd name="connsiteX0" fmla="*/ 6 w 1613977"/>
              <a:gd name="connsiteY0" fmla="*/ 0 h 2304255"/>
              <a:gd name="connsiteX1" fmla="*/ 1080126 w 1613977"/>
              <a:gd name="connsiteY1" fmla="*/ 0 h 2304255"/>
              <a:gd name="connsiteX2" fmla="*/ 1074148 w 1613977"/>
              <a:gd name="connsiteY2" fmla="*/ 562113 h 2304255"/>
              <a:gd name="connsiteX3" fmla="*/ 1486897 w 1613977"/>
              <a:gd name="connsiteY3" fmla="*/ 758963 h 2304255"/>
              <a:gd name="connsiteX4" fmla="*/ 1613898 w 1613977"/>
              <a:gd name="connsiteY4" fmla="*/ 1152663 h 2304255"/>
              <a:gd name="connsiteX5" fmla="*/ 1499598 w 1613977"/>
              <a:gd name="connsiteY5" fmla="*/ 1527313 h 2304255"/>
              <a:gd name="connsiteX6" fmla="*/ 1080498 w 1613977"/>
              <a:gd name="connsiteY6" fmla="*/ 1736863 h 2304255"/>
              <a:gd name="connsiteX7" fmla="*/ 1080126 w 1613977"/>
              <a:gd name="connsiteY7" fmla="*/ 2304255 h 2304255"/>
              <a:gd name="connsiteX8" fmla="*/ 6 w 1613977"/>
              <a:gd name="connsiteY8" fmla="*/ 2304255 h 2304255"/>
              <a:gd name="connsiteX9" fmla="*/ 998 w 1613977"/>
              <a:gd name="connsiteY9" fmla="*/ 1679713 h 2304255"/>
              <a:gd name="connsiteX10" fmla="*/ 585199 w 1613977"/>
              <a:gd name="connsiteY10" fmla="*/ 1146313 h 2304255"/>
              <a:gd name="connsiteX11" fmla="*/ 998 w 1613977"/>
              <a:gd name="connsiteY11" fmla="*/ 568463 h 2304255"/>
              <a:gd name="connsiteX12" fmla="*/ 6 w 1613977"/>
              <a:gd name="connsiteY12" fmla="*/ 0 h 2304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13977" h="2304255">
                <a:moveTo>
                  <a:pt x="6" y="0"/>
                </a:moveTo>
                <a:lnTo>
                  <a:pt x="1080126" y="0"/>
                </a:lnTo>
                <a:cubicBezTo>
                  <a:pt x="1078133" y="187371"/>
                  <a:pt x="1076141" y="374742"/>
                  <a:pt x="1074148" y="562113"/>
                </a:cubicBezTo>
                <a:cubicBezTo>
                  <a:pt x="1267885" y="582774"/>
                  <a:pt x="1403289" y="647838"/>
                  <a:pt x="1486897" y="758963"/>
                </a:cubicBezTo>
                <a:cubicBezTo>
                  <a:pt x="1570505" y="870088"/>
                  <a:pt x="1611781" y="1024605"/>
                  <a:pt x="1613898" y="1152663"/>
                </a:cubicBezTo>
                <a:cubicBezTo>
                  <a:pt x="1616015" y="1280721"/>
                  <a:pt x="1575798" y="1442646"/>
                  <a:pt x="1499598" y="1527313"/>
                </a:cubicBezTo>
                <a:cubicBezTo>
                  <a:pt x="1423398" y="1611980"/>
                  <a:pt x="1240368" y="1744956"/>
                  <a:pt x="1080498" y="1736863"/>
                </a:cubicBezTo>
                <a:cubicBezTo>
                  <a:pt x="1085728" y="1893870"/>
                  <a:pt x="1082408" y="2082690"/>
                  <a:pt x="1080126" y="2304255"/>
                </a:cubicBezTo>
                <a:lnTo>
                  <a:pt x="6" y="2304255"/>
                </a:lnTo>
                <a:cubicBezTo>
                  <a:pt x="337" y="2096074"/>
                  <a:pt x="667" y="1887894"/>
                  <a:pt x="998" y="1679713"/>
                </a:cubicBezTo>
                <a:cubicBezTo>
                  <a:pt x="280564" y="1408406"/>
                  <a:pt x="375649" y="1331521"/>
                  <a:pt x="585199" y="1146313"/>
                </a:cubicBezTo>
                <a:cubicBezTo>
                  <a:pt x="388349" y="929355"/>
                  <a:pt x="229763" y="776448"/>
                  <a:pt x="998" y="568463"/>
                </a:cubicBezTo>
                <a:cubicBezTo>
                  <a:pt x="833" y="288511"/>
                  <a:pt x="-78" y="196850"/>
                  <a:pt x="6" y="0"/>
                </a:cubicBezTo>
                <a:close/>
              </a:path>
            </a:pathLst>
          </a:cu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540000" rtlCol="0" anchor="ctr"/>
          <a:lstStyle/>
          <a:p>
            <a:pPr algn="ctr"/>
            <a:r>
              <a:rPr lang="ru-RU" dirty="0"/>
              <a:t>Адаптер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59845" y="5373216"/>
            <a:ext cx="289434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Адаптер реализует интерфейс, на который рассчитаны классы системы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94591" y="5373216"/>
            <a:ext cx="31857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Адаптер взаимодействует с внешними классами через их интерфейс для выполнения запросов</a:t>
            </a:r>
          </a:p>
        </p:txBody>
      </p:sp>
      <p:sp>
        <p:nvSpPr>
          <p:cNvPr id="10" name="Полилиния 9"/>
          <p:cNvSpPr/>
          <p:nvPr/>
        </p:nvSpPr>
        <p:spPr>
          <a:xfrm>
            <a:off x="4826000" y="4318000"/>
            <a:ext cx="495300" cy="1066800"/>
          </a:xfrm>
          <a:custGeom>
            <a:avLst/>
            <a:gdLst>
              <a:gd name="connsiteX0" fmla="*/ 0 w 495300"/>
              <a:gd name="connsiteY0" fmla="*/ 1066800 h 1066800"/>
              <a:gd name="connsiteX1" fmla="*/ 152400 w 495300"/>
              <a:gd name="connsiteY1" fmla="*/ 431800 h 1066800"/>
              <a:gd name="connsiteX2" fmla="*/ 495300 w 495300"/>
              <a:gd name="connsiteY2" fmla="*/ 0 h 106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5300" h="1066800">
                <a:moveTo>
                  <a:pt x="0" y="1066800"/>
                </a:moveTo>
                <a:cubicBezTo>
                  <a:pt x="34925" y="838200"/>
                  <a:pt x="69850" y="609600"/>
                  <a:pt x="152400" y="431800"/>
                </a:cubicBezTo>
                <a:cubicBezTo>
                  <a:pt x="234950" y="254000"/>
                  <a:pt x="365125" y="127000"/>
                  <a:pt x="495300" y="0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олилиния 10"/>
          <p:cNvSpPr/>
          <p:nvPr/>
        </p:nvSpPr>
        <p:spPr>
          <a:xfrm>
            <a:off x="6642363" y="4165600"/>
            <a:ext cx="419100" cy="1219200"/>
          </a:xfrm>
          <a:custGeom>
            <a:avLst/>
            <a:gdLst>
              <a:gd name="connsiteX0" fmla="*/ 0 w 419100"/>
              <a:gd name="connsiteY0" fmla="*/ 1219200 h 1219200"/>
              <a:gd name="connsiteX1" fmla="*/ 76200 w 419100"/>
              <a:gd name="connsiteY1" fmla="*/ 482600 h 1219200"/>
              <a:gd name="connsiteX2" fmla="*/ 419100 w 419100"/>
              <a:gd name="connsiteY2" fmla="*/ 0 h 121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9100" h="1219200">
                <a:moveTo>
                  <a:pt x="0" y="1219200"/>
                </a:moveTo>
                <a:cubicBezTo>
                  <a:pt x="3175" y="952500"/>
                  <a:pt x="6350" y="685800"/>
                  <a:pt x="76200" y="482600"/>
                </a:cubicBezTo>
                <a:cubicBezTo>
                  <a:pt x="146050" y="279400"/>
                  <a:pt x="282575" y="139700"/>
                  <a:pt x="419100" y="0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3978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1.11111E-6 L 0.03529 -0.00023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58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1.11111E-6 L 0.05091 0.00185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39" y="93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529 -0.00023 L 0.08503 -0.00023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8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6" grpId="0"/>
      <p:bldP spid="7" grpId="0"/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/>
          <p:cNvSpPr/>
          <p:nvPr/>
        </p:nvSpPr>
        <p:spPr>
          <a:xfrm>
            <a:off x="2927648" y="5733256"/>
            <a:ext cx="1390352" cy="288033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1702172" y="6165304"/>
            <a:ext cx="1513508" cy="504056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1752600" y="1884400"/>
            <a:ext cx="2565400" cy="452400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6312024" y="1884400"/>
            <a:ext cx="2664296" cy="452400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Утки и Индюшки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524000" y="1438239"/>
            <a:ext cx="3851920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struct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IDuck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virtual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Quack() = 0;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virtual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Fly() = 0;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virtual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~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IDuck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default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MallardDuck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IDuck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Quack()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override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"Quack\n"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Fly()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override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"I'm flying\n"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TestDuck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IDuck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&amp;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duck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duck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.Quack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14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duck</a:t>
            </a:r>
            <a:r>
              <a:rPr lang="ru-RU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.Fly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096000" y="1438239"/>
            <a:ext cx="4572000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struct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ITurkey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virtual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Gobble() = 0;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virtual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Fly() = 0;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virtual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~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ITurkey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default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WildTurkey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ITurkey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Gobble()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override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"Gobble gobble\n"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Fly()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override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"I'm flying a short distance\n"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</p:txBody>
      </p:sp>
      <p:grpSp>
        <p:nvGrpSpPr>
          <p:cNvPr id="13" name="Группа 12"/>
          <p:cNvGrpSpPr/>
          <p:nvPr/>
        </p:nvGrpSpPr>
        <p:grpSpPr>
          <a:xfrm>
            <a:off x="4318000" y="2060849"/>
            <a:ext cx="1994024" cy="2116601"/>
            <a:chOff x="2794000" y="2060848"/>
            <a:chExt cx="1994024" cy="2116601"/>
          </a:xfrm>
        </p:grpSpPr>
        <p:sp>
          <p:nvSpPr>
            <p:cNvPr id="8" name="Прямоугольник 7"/>
            <p:cNvSpPr/>
            <p:nvPr/>
          </p:nvSpPr>
          <p:spPr>
            <a:xfrm>
              <a:off x="2994720" y="3387395"/>
              <a:ext cx="1433264" cy="790054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1400" dirty="0"/>
                <a:t>Интерфейсы несколько различаются</a:t>
              </a:r>
            </a:p>
          </p:txBody>
        </p:sp>
        <p:cxnSp>
          <p:nvCxnSpPr>
            <p:cNvPr id="10" name="Прямая со стрелкой 9"/>
            <p:cNvCxnSpPr>
              <a:stCxn id="8" idx="0"/>
            </p:cNvCxnSpPr>
            <p:nvPr/>
          </p:nvCxnSpPr>
          <p:spPr>
            <a:xfrm flipV="1">
              <a:off x="3711352" y="2132856"/>
              <a:ext cx="1076672" cy="1254539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" name="Прямая со стрелкой 11"/>
            <p:cNvCxnSpPr>
              <a:stCxn id="8" idx="0"/>
            </p:cNvCxnSpPr>
            <p:nvPr/>
          </p:nvCxnSpPr>
          <p:spPr>
            <a:xfrm flipH="1" flipV="1">
              <a:off x="2794000" y="2060848"/>
              <a:ext cx="917352" cy="1326547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15" name="Выноска 1 14"/>
          <p:cNvSpPr/>
          <p:nvPr/>
        </p:nvSpPr>
        <p:spPr>
          <a:xfrm>
            <a:off x="3867200" y="6142992"/>
            <a:ext cx="4533056" cy="548680"/>
          </a:xfrm>
          <a:prstGeom prst="borderCallout1">
            <a:avLst>
              <a:gd name="adj1" fmla="val 23379"/>
              <a:gd name="adj2" fmla="val -4124"/>
              <a:gd name="adj3" fmla="val 59263"/>
              <a:gd name="adj4" fmla="val -17586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Клиентский код использует интерфейс </a:t>
            </a:r>
            <a:r>
              <a:rPr lang="en-US" sz="1400" dirty="0" err="1"/>
              <a:t>IDuck</a:t>
            </a:r>
            <a:r>
              <a:rPr lang="en-US" sz="1400" dirty="0"/>
              <a:t>. </a:t>
            </a:r>
            <a:r>
              <a:rPr lang="ru-RU" sz="1400" dirty="0"/>
              <a:t>Как заставить его работать еще и с </a:t>
            </a:r>
            <a:r>
              <a:rPr lang="en-US" sz="1400" dirty="0" err="1"/>
              <a:t>ITurkey</a:t>
            </a:r>
            <a:r>
              <a:rPr lang="en-US" sz="1400" dirty="0"/>
              <a:t>?</a:t>
            </a:r>
            <a:endParaRPr lang="ru-RU" sz="1400" dirty="0"/>
          </a:p>
        </p:txBody>
      </p:sp>
      <p:sp>
        <p:nvSpPr>
          <p:cNvPr id="17" name="Выноска 1 16"/>
          <p:cNvSpPr/>
          <p:nvPr/>
        </p:nvSpPr>
        <p:spPr>
          <a:xfrm>
            <a:off x="5170240" y="5598115"/>
            <a:ext cx="4886200" cy="472046"/>
          </a:xfrm>
          <a:prstGeom prst="borderCallout1">
            <a:avLst>
              <a:gd name="adj1" fmla="val 23379"/>
              <a:gd name="adj2" fmla="val -4124"/>
              <a:gd name="adj3" fmla="val 73151"/>
              <a:gd name="adj4" fmla="val -21221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Код зависит от интерфейса, а не от конкретных классов. Это хорошо.</a:t>
            </a:r>
          </a:p>
        </p:txBody>
      </p:sp>
    </p:spTree>
    <p:extLst>
      <p:ext uri="{BB962C8B-B14F-4D97-AF65-F5344CB8AC3E}">
        <p14:creationId xmlns:p14="http://schemas.microsoft.com/office/powerpoint/2010/main" val="1134841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4" grpId="1" animBg="1"/>
      <p:bldP spid="6" grpId="0" animBg="1"/>
      <p:bldP spid="7" grpId="0" animBg="1"/>
      <p:bldP spid="15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3719736" y="1562510"/>
            <a:ext cx="1390352" cy="288033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1127448" y="2234300"/>
            <a:ext cx="3888432" cy="690645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1355328" y="3501008"/>
            <a:ext cx="1860352" cy="288032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1355328" y="4559090"/>
            <a:ext cx="2746648" cy="965493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Адаптер, превращающий индюшек в уток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424" y="1556792"/>
            <a:ext cx="432048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TurkeyToDuckAdapter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IDuck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TurkeyToDuckAdapter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ITurkey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&amp;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turkey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: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m_turkey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turkey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Quack()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override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m_turkey.Gobble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Fly()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override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5; ++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m_turkey.Fly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}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ITurkey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&amp;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m_turkey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7" name="Выноска 1 6"/>
          <p:cNvSpPr/>
          <p:nvPr/>
        </p:nvSpPr>
        <p:spPr>
          <a:xfrm>
            <a:off x="5591944" y="1556792"/>
            <a:ext cx="3960440" cy="472046"/>
          </a:xfrm>
          <a:prstGeom prst="borderCallout1">
            <a:avLst>
              <a:gd name="adj1" fmla="val 23379"/>
              <a:gd name="adj2" fmla="val -4124"/>
              <a:gd name="adj3" fmla="val 52290"/>
              <a:gd name="adj4" fmla="val -15818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Адаптер должен реализовывать тот интерфейс, на который рассчитан клиент</a:t>
            </a:r>
          </a:p>
        </p:txBody>
      </p:sp>
      <p:sp>
        <p:nvSpPr>
          <p:cNvPr id="9" name="Выноска 1 8"/>
          <p:cNvSpPr/>
          <p:nvPr/>
        </p:nvSpPr>
        <p:spPr>
          <a:xfrm>
            <a:off x="5590356" y="2167701"/>
            <a:ext cx="4320480" cy="742776"/>
          </a:xfrm>
          <a:prstGeom prst="borderCallout1">
            <a:avLst>
              <a:gd name="adj1" fmla="val 23379"/>
              <a:gd name="adj2" fmla="val -4124"/>
              <a:gd name="adj3" fmla="val 53580"/>
              <a:gd name="adj4" fmla="val -32468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Получаем ссылку на адаптируемый объект</a:t>
            </a:r>
          </a:p>
          <a:p>
            <a:r>
              <a:rPr lang="ru-RU" sz="1400" dirty="0"/>
              <a:t>Можно использовать умный указатель</a:t>
            </a:r>
          </a:p>
          <a:p>
            <a:r>
              <a:rPr lang="ru-RU" sz="1400" dirty="0"/>
              <a:t>Обычно адаптер получает ссылку в конструкторе</a:t>
            </a:r>
          </a:p>
        </p:txBody>
      </p:sp>
      <p:sp>
        <p:nvSpPr>
          <p:cNvPr id="11" name="Выноска 1 10"/>
          <p:cNvSpPr/>
          <p:nvPr/>
        </p:nvSpPr>
        <p:spPr>
          <a:xfrm>
            <a:off x="3882617" y="3387490"/>
            <a:ext cx="3960439" cy="387216"/>
          </a:xfrm>
          <a:prstGeom prst="borderCallout1">
            <a:avLst>
              <a:gd name="adj1" fmla="val 23379"/>
              <a:gd name="adj2" fmla="val -4124"/>
              <a:gd name="adj3" fmla="val 72814"/>
              <a:gd name="adj4" fmla="val -21330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Вместо кряканья</a:t>
            </a:r>
            <a:r>
              <a:rPr lang="en-US" sz="1400" dirty="0"/>
              <a:t> </a:t>
            </a:r>
            <a:r>
              <a:rPr lang="ru-RU" sz="1400" dirty="0"/>
              <a:t>индюшки будут курлыкать</a:t>
            </a:r>
          </a:p>
        </p:txBody>
      </p:sp>
      <p:sp>
        <p:nvSpPr>
          <p:cNvPr id="14" name="Выноска 1 13"/>
          <p:cNvSpPr/>
          <p:nvPr/>
        </p:nvSpPr>
        <p:spPr>
          <a:xfrm>
            <a:off x="2281682" y="6211846"/>
            <a:ext cx="4678415" cy="537491"/>
          </a:xfrm>
          <a:prstGeom prst="borderCallout1">
            <a:avLst>
              <a:gd name="adj1" fmla="val -25941"/>
              <a:gd name="adj2" fmla="val 50424"/>
              <a:gd name="adj3" fmla="val -162309"/>
              <a:gd name="adj4" fmla="val 45430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Индюшки плохо летают. Поэтому будут летать пять раз.</a:t>
            </a:r>
          </a:p>
        </p:txBody>
      </p:sp>
    </p:spTree>
    <p:extLst>
      <p:ext uri="{BB962C8B-B14F-4D97-AF65-F5344CB8AC3E}">
        <p14:creationId xmlns:p14="http://schemas.microsoft.com/office/powerpoint/2010/main" val="3255447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3" grpId="0" animBg="1"/>
      <p:bldP spid="7" grpId="0" animBg="1"/>
      <p:bldP spid="9" grpId="0" animBg="1"/>
      <p:bldP spid="11" grpId="0" animBg="1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702452" y="4004345"/>
            <a:ext cx="5977723" cy="436451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1703512" y="4622328"/>
            <a:ext cx="3456384" cy="436451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1745565" y="2985517"/>
            <a:ext cx="3168352" cy="371116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Тестируем адаптер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485370" y="2132856"/>
            <a:ext cx="677087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main()</a:t>
            </a:r>
            <a:endParaRPr lang="ru-RU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MallardDuck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mallardDuck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TestDuck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mallardDuck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WildTurkey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wildTurkey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</a:p>
          <a:p>
            <a:pPr lvl="0"/>
            <a:endParaRPr lang="ru-RU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TurkeyToDuckAdapter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turkeyAdapter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wildTurkey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</a:p>
          <a:p>
            <a:pPr lvl="0"/>
            <a:endParaRPr lang="ru-RU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TestDuck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turkeyAdapter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</a:p>
          <a:p>
            <a:pPr lvl="0"/>
            <a:endParaRPr lang="ru-RU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0;</a:t>
            </a:r>
            <a:endParaRPr lang="ru-RU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5" name="Выноска 1 4"/>
          <p:cNvSpPr/>
          <p:nvPr/>
        </p:nvSpPr>
        <p:spPr>
          <a:xfrm>
            <a:off x="8285070" y="3483627"/>
            <a:ext cx="3555460" cy="878618"/>
          </a:xfrm>
          <a:prstGeom prst="borderCallout1">
            <a:avLst>
              <a:gd name="adj1" fmla="val 37180"/>
              <a:gd name="adj2" fmla="val -4936"/>
              <a:gd name="adj3" fmla="val 67561"/>
              <a:gd name="adj4" fmla="val -55950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dirty="0"/>
              <a:t>Чтобы индюшка выглядела как утка, заворачиваем ее в </a:t>
            </a:r>
            <a:r>
              <a:rPr lang="en-US" dirty="0" err="1"/>
              <a:t>TurkeyAdapter</a:t>
            </a:r>
            <a:endParaRPr lang="ru-RU" dirty="0"/>
          </a:p>
        </p:txBody>
      </p:sp>
      <p:sp>
        <p:nvSpPr>
          <p:cNvPr id="7" name="Выноска 1 6"/>
          <p:cNvSpPr/>
          <p:nvPr/>
        </p:nvSpPr>
        <p:spPr>
          <a:xfrm>
            <a:off x="5959214" y="4941169"/>
            <a:ext cx="3161122" cy="642752"/>
          </a:xfrm>
          <a:prstGeom prst="borderCallout1">
            <a:avLst>
              <a:gd name="adj1" fmla="val 37180"/>
              <a:gd name="adj2" fmla="val -4936"/>
              <a:gd name="adj3" fmla="val 9467"/>
              <a:gd name="adj4" fmla="val -41229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err="1"/>
              <a:t>TestDuck</a:t>
            </a:r>
            <a:r>
              <a:rPr lang="ru-RU" dirty="0"/>
              <a:t> не подозревает, что работает не с уткой</a:t>
            </a:r>
          </a:p>
        </p:txBody>
      </p:sp>
      <p:sp>
        <p:nvSpPr>
          <p:cNvPr id="9" name="Выноска 1 8"/>
          <p:cNvSpPr/>
          <p:nvPr/>
        </p:nvSpPr>
        <p:spPr>
          <a:xfrm>
            <a:off x="6205640" y="2232105"/>
            <a:ext cx="4158860" cy="736167"/>
          </a:xfrm>
          <a:prstGeom prst="borderCallout1">
            <a:avLst>
              <a:gd name="adj1" fmla="val 37180"/>
              <a:gd name="adj2" fmla="val -4936"/>
              <a:gd name="adj3" fmla="val 116230"/>
              <a:gd name="adj4" fmla="val -34798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dirty="0"/>
              <a:t>В работе с утками нет ничего особенного</a:t>
            </a:r>
          </a:p>
        </p:txBody>
      </p:sp>
    </p:spTree>
    <p:extLst>
      <p:ext uri="{BB962C8B-B14F-4D97-AF65-F5344CB8AC3E}">
        <p14:creationId xmlns:p14="http://schemas.microsoft.com/office/powerpoint/2010/main" val="3459101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5" grpId="0" animBg="1"/>
      <p:bldP spid="7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FEEDA0A-AFDA-F0E7-78AB-322B4BC81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Адаптер в сказке «Три поросёнка»</a:t>
            </a:r>
            <a:endParaRPr lang="en-US" dirty="0"/>
          </a:p>
        </p:txBody>
      </p:sp>
      <p:pic>
        <p:nvPicPr>
          <p:cNvPr id="6" name="Content Placeholder 5" descr="A cartoon of a wolf and three pigs&#10;&#10;AI-generated content may be incorrect.">
            <a:extLst>
              <a:ext uri="{FF2B5EF4-FFF2-40B4-BE49-F238E27FC236}">
                <a16:creationId xmlns:a16="http://schemas.microsoft.com/office/drawing/2014/main" id="{2742ED94-0F7E-ADA5-E8B7-5ABD665D58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1859860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Работа паттерна адаптер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785241" y="2975466"/>
            <a:ext cx="2122616" cy="1562015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2224878"/>
            <a:ext cx="2483768" cy="132066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5175" y="2184302"/>
            <a:ext cx="1535625" cy="15224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9337" y="3865479"/>
            <a:ext cx="3596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Реализация клиента использует целевой интерфейс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4787" y="1593877"/>
            <a:ext cx="27797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Адаптируемый объект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9775" y="1745365"/>
            <a:ext cx="14122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/>
              <a:t>Клиент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2581" y="2857397"/>
            <a:ext cx="1294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/>
              <a:t>Адаптер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0858" y="4524121"/>
            <a:ext cx="4749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Адаптер реализует целевой интерфейс и хранит ссылку на экземпляр адаптируемого объекта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1444" y="3996780"/>
            <a:ext cx="3123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Интерфейс адаптируемого объекта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327105"/>
            <a:ext cx="41333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Клиент обращается с запросом к адаптеру, вызывая его метод через целевой интерфейс</a:t>
            </a:r>
          </a:p>
          <a:p>
            <a:r>
              <a:rPr lang="ru-RU" dirty="0"/>
              <a:t>Клиент не знает про наличие адаптера.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63752" y="5465605"/>
            <a:ext cx="43756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Адаптер преобразует запрос в один или несколько вызовов к адаптируемому объекту (в интерфейсе последнего)</a:t>
            </a:r>
            <a:r>
              <a:rPr lang="en-US" dirty="0"/>
              <a:t>. 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8420100" y="5465604"/>
            <a:ext cx="36582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Клиент получает результаты вызова, не подозревая о преобразованиях, выполненных адаптером</a:t>
            </a:r>
          </a:p>
        </p:txBody>
      </p:sp>
      <p:sp>
        <p:nvSpPr>
          <p:cNvPr id="15" name="Полилиния 14"/>
          <p:cNvSpPr/>
          <p:nvPr/>
        </p:nvSpPr>
        <p:spPr>
          <a:xfrm>
            <a:off x="4171950" y="2304067"/>
            <a:ext cx="1303410" cy="625591"/>
          </a:xfrm>
          <a:custGeom>
            <a:avLst/>
            <a:gdLst>
              <a:gd name="connsiteX0" fmla="*/ 0 w 1123950"/>
              <a:gd name="connsiteY0" fmla="*/ 158793 h 996993"/>
              <a:gd name="connsiteX1" fmla="*/ 781050 w 1123950"/>
              <a:gd name="connsiteY1" fmla="*/ 63543 h 996993"/>
              <a:gd name="connsiteX2" fmla="*/ 1123950 w 1123950"/>
              <a:gd name="connsiteY2" fmla="*/ 996993 h 996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23950" h="996993">
                <a:moveTo>
                  <a:pt x="0" y="158793"/>
                </a:moveTo>
                <a:cubicBezTo>
                  <a:pt x="296862" y="41318"/>
                  <a:pt x="593725" y="-76157"/>
                  <a:pt x="781050" y="63543"/>
                </a:cubicBezTo>
                <a:cubicBezTo>
                  <a:pt x="968375" y="203243"/>
                  <a:pt x="1046162" y="600118"/>
                  <a:pt x="1123950" y="996993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Полилиния 15"/>
          <p:cNvSpPr/>
          <p:nvPr/>
        </p:nvSpPr>
        <p:spPr>
          <a:xfrm>
            <a:off x="6603794" y="2114099"/>
            <a:ext cx="1816306" cy="815559"/>
          </a:xfrm>
          <a:custGeom>
            <a:avLst/>
            <a:gdLst>
              <a:gd name="connsiteX0" fmla="*/ 0 w 1695450"/>
              <a:gd name="connsiteY0" fmla="*/ 1167911 h 1167911"/>
              <a:gd name="connsiteX1" fmla="*/ 381000 w 1695450"/>
              <a:gd name="connsiteY1" fmla="*/ 310661 h 1167911"/>
              <a:gd name="connsiteX2" fmla="*/ 1314450 w 1695450"/>
              <a:gd name="connsiteY2" fmla="*/ 5861 h 1167911"/>
              <a:gd name="connsiteX3" fmla="*/ 1695450 w 1695450"/>
              <a:gd name="connsiteY3" fmla="*/ 139211 h 116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5450" h="1167911">
                <a:moveTo>
                  <a:pt x="0" y="1167911"/>
                </a:moveTo>
                <a:cubicBezTo>
                  <a:pt x="80962" y="836123"/>
                  <a:pt x="161925" y="504336"/>
                  <a:pt x="381000" y="310661"/>
                </a:cubicBezTo>
                <a:cubicBezTo>
                  <a:pt x="600075" y="116986"/>
                  <a:pt x="1095375" y="34436"/>
                  <a:pt x="1314450" y="5861"/>
                </a:cubicBezTo>
                <a:cubicBezTo>
                  <a:pt x="1533525" y="-22714"/>
                  <a:pt x="1614487" y="58248"/>
                  <a:pt x="1695450" y="139211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 rot="946393">
            <a:off x="4557076" y="2043480"/>
            <a:ext cx="8864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Request()</a:t>
            </a:r>
            <a:endParaRPr lang="ru-RU" sz="1400" dirty="0"/>
          </a:p>
        </p:txBody>
      </p:sp>
      <p:sp>
        <p:nvSpPr>
          <p:cNvPr id="18" name="TextBox 17"/>
          <p:cNvSpPr txBox="1"/>
          <p:nvPr/>
        </p:nvSpPr>
        <p:spPr>
          <a:xfrm rot="20091969">
            <a:off x="6475140" y="1891335"/>
            <a:ext cx="16439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TranslatedRequest</a:t>
            </a:r>
            <a:r>
              <a:rPr lang="en-US" sz="1400" dirty="0"/>
              <a:t>()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711564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 animBg="1"/>
      <p:bldP spid="16" grpId="0" animBg="1"/>
      <p:bldP spid="17" grpId="0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Паттерн «Адаптер»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Преобразует интерфейс класса к другому интерфейсу, который используют клиенты</a:t>
            </a:r>
          </a:p>
          <a:p>
            <a:r>
              <a:rPr lang="ru-RU" dirty="0"/>
              <a:t>Обеспечивает совместную работу классов, невозможную в обычных условиях из-за несовместимости интерфейсов</a:t>
            </a:r>
          </a:p>
          <a:p>
            <a:r>
              <a:rPr lang="ru-RU" dirty="0"/>
              <a:t>Адаптер защищает код клиента от изменений в используемом интерфейсе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5308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3518" y="1666465"/>
            <a:ext cx="10441638" cy="4427496"/>
          </a:xfrm>
          <a:prstGeom prst="rect">
            <a:avLst/>
          </a:prstGeom>
        </p:spPr>
      </p:pic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паттерна «Адаптер»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9534" y="2838139"/>
            <a:ext cx="36724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Клиент видит только интерфейс </a:t>
            </a:r>
            <a:r>
              <a:rPr lang="en-US" sz="1400" dirty="0"/>
              <a:t>Target</a:t>
            </a:r>
            <a:endParaRPr lang="ru-RU"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7824192" y="3270744"/>
            <a:ext cx="18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Адаптер реализует интерфейс </a:t>
            </a:r>
            <a:r>
              <a:rPr lang="en-US" sz="1400" dirty="0"/>
              <a:t>Target</a:t>
            </a:r>
            <a:endParaRPr lang="ru-RU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2516290" y="6257415"/>
            <a:ext cx="41295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Адаптер связывается с адаптируемым объектом посредством композиции или агрегирования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8288" y="6093961"/>
            <a:ext cx="2952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Все запросы делегируются адаптируемому классу</a:t>
            </a:r>
          </a:p>
        </p:txBody>
      </p:sp>
      <p:sp>
        <p:nvSpPr>
          <p:cNvPr id="13" name="Полилиния 12"/>
          <p:cNvSpPr/>
          <p:nvPr/>
        </p:nvSpPr>
        <p:spPr>
          <a:xfrm>
            <a:off x="7779336" y="2788301"/>
            <a:ext cx="678426" cy="383458"/>
          </a:xfrm>
          <a:custGeom>
            <a:avLst/>
            <a:gdLst>
              <a:gd name="connsiteX0" fmla="*/ 678426 w 678426"/>
              <a:gd name="connsiteY0" fmla="*/ 383458 h 383458"/>
              <a:gd name="connsiteX1" fmla="*/ 353962 w 678426"/>
              <a:gd name="connsiteY1" fmla="*/ 147484 h 383458"/>
              <a:gd name="connsiteX2" fmla="*/ 0 w 678426"/>
              <a:gd name="connsiteY2" fmla="*/ 0 h 383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8426" h="383458">
                <a:moveTo>
                  <a:pt x="678426" y="383458"/>
                </a:moveTo>
                <a:cubicBezTo>
                  <a:pt x="572729" y="297426"/>
                  <a:pt x="467033" y="211394"/>
                  <a:pt x="353962" y="147484"/>
                </a:cubicBezTo>
                <a:cubicBezTo>
                  <a:pt x="240891" y="83574"/>
                  <a:pt x="120445" y="41787"/>
                  <a:pt x="0" y="0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олилиния 13"/>
          <p:cNvSpPr/>
          <p:nvPr/>
        </p:nvSpPr>
        <p:spPr>
          <a:xfrm rot="976129">
            <a:off x="7880854" y="3736208"/>
            <a:ext cx="265471" cy="442452"/>
          </a:xfrm>
          <a:custGeom>
            <a:avLst/>
            <a:gdLst>
              <a:gd name="connsiteX0" fmla="*/ 265471 w 265471"/>
              <a:gd name="connsiteY0" fmla="*/ 0 h 442452"/>
              <a:gd name="connsiteX1" fmla="*/ 157316 w 265471"/>
              <a:gd name="connsiteY1" fmla="*/ 255639 h 442452"/>
              <a:gd name="connsiteX2" fmla="*/ 0 w 265471"/>
              <a:gd name="connsiteY2" fmla="*/ 442452 h 442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5471" h="442452">
                <a:moveTo>
                  <a:pt x="265471" y="0"/>
                </a:moveTo>
                <a:cubicBezTo>
                  <a:pt x="233516" y="90948"/>
                  <a:pt x="201561" y="181897"/>
                  <a:pt x="157316" y="255639"/>
                </a:cubicBezTo>
                <a:cubicBezTo>
                  <a:pt x="113071" y="329381"/>
                  <a:pt x="56535" y="385916"/>
                  <a:pt x="0" y="442452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олилиния 14"/>
          <p:cNvSpPr/>
          <p:nvPr/>
        </p:nvSpPr>
        <p:spPr>
          <a:xfrm>
            <a:off x="6645879" y="5916196"/>
            <a:ext cx="294968" cy="629264"/>
          </a:xfrm>
          <a:custGeom>
            <a:avLst/>
            <a:gdLst>
              <a:gd name="connsiteX0" fmla="*/ 0 w 294968"/>
              <a:gd name="connsiteY0" fmla="*/ 629264 h 629264"/>
              <a:gd name="connsiteX1" fmla="*/ 206478 w 294968"/>
              <a:gd name="connsiteY1" fmla="*/ 285135 h 629264"/>
              <a:gd name="connsiteX2" fmla="*/ 294968 w 294968"/>
              <a:gd name="connsiteY2" fmla="*/ 0 h 62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4968" h="629264">
                <a:moveTo>
                  <a:pt x="0" y="629264"/>
                </a:moveTo>
                <a:cubicBezTo>
                  <a:pt x="78658" y="509638"/>
                  <a:pt x="157317" y="390012"/>
                  <a:pt x="206478" y="285135"/>
                </a:cubicBezTo>
                <a:cubicBezTo>
                  <a:pt x="255639" y="180258"/>
                  <a:pt x="275303" y="90129"/>
                  <a:pt x="294968" y="0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олилиния 15"/>
          <p:cNvSpPr/>
          <p:nvPr/>
        </p:nvSpPr>
        <p:spPr>
          <a:xfrm>
            <a:off x="9107186" y="5555649"/>
            <a:ext cx="363794" cy="422787"/>
          </a:xfrm>
          <a:custGeom>
            <a:avLst/>
            <a:gdLst>
              <a:gd name="connsiteX0" fmla="*/ 363794 w 363794"/>
              <a:gd name="connsiteY0" fmla="*/ 422787 h 422787"/>
              <a:gd name="connsiteX1" fmla="*/ 147484 w 363794"/>
              <a:gd name="connsiteY1" fmla="*/ 245807 h 422787"/>
              <a:gd name="connsiteX2" fmla="*/ 0 w 363794"/>
              <a:gd name="connsiteY2" fmla="*/ 0 h 422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3794" h="422787">
                <a:moveTo>
                  <a:pt x="363794" y="422787"/>
                </a:moveTo>
                <a:cubicBezTo>
                  <a:pt x="285955" y="369529"/>
                  <a:pt x="208116" y="316271"/>
                  <a:pt x="147484" y="245807"/>
                </a:cubicBezTo>
                <a:cubicBezTo>
                  <a:pt x="86852" y="175342"/>
                  <a:pt x="43426" y="87671"/>
                  <a:pt x="0" y="0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783503-6D7E-0A29-DE1A-63FEED47F7F0}"/>
              </a:ext>
            </a:extLst>
          </p:cNvPr>
          <p:cNvSpPr txBox="1"/>
          <p:nvPr/>
        </p:nvSpPr>
        <p:spPr>
          <a:xfrm>
            <a:off x="7673468" y="2067501"/>
            <a:ext cx="32043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Интерфейс, нужный клиенту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B8539A-8BC1-5C4F-0291-A6B62C310ED1}"/>
              </a:ext>
            </a:extLst>
          </p:cNvPr>
          <p:cNvSpPr txBox="1"/>
          <p:nvPr/>
        </p:nvSpPr>
        <p:spPr>
          <a:xfrm>
            <a:off x="8688288" y="4212261"/>
            <a:ext cx="32043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Адаптируемый объект</a:t>
            </a:r>
          </a:p>
        </p:txBody>
      </p:sp>
    </p:spTree>
    <p:extLst>
      <p:ext uri="{BB962C8B-B14F-4D97-AF65-F5344CB8AC3E}">
        <p14:creationId xmlns:p14="http://schemas.microsoft.com/office/powerpoint/2010/main" val="425057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3" grpId="0" animBg="1"/>
      <p:bldP spid="14" grpId="0" animBg="1"/>
      <p:bldP spid="15" grpId="0" animBg="1"/>
      <p:bldP spid="1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Адаптер объектов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Способ реализовать паттерн через композицию или агрегацию.</a:t>
            </a:r>
          </a:p>
          <a:p>
            <a:pPr lvl="1"/>
            <a:r>
              <a:rPr lang="ru-RU" dirty="0"/>
              <a:t>Адаптер реализует целевой интерфейс, содержит ссылку на адаптируемый объект и делегирует вызовы</a:t>
            </a:r>
          </a:p>
          <a:p>
            <a:r>
              <a:rPr lang="ru-RU" dirty="0"/>
              <a:t>Плюсы</a:t>
            </a:r>
          </a:p>
          <a:p>
            <a:pPr lvl="1"/>
            <a:r>
              <a:rPr lang="ru-RU" dirty="0"/>
              <a:t>Один адаптер позволяет с любым потомком адаптируемого класса</a:t>
            </a:r>
          </a:p>
          <a:p>
            <a:pPr lvl="1"/>
            <a:r>
              <a:rPr lang="ru-RU" dirty="0"/>
              <a:t>Можно адаптировать уже готовые объекты</a:t>
            </a:r>
          </a:p>
          <a:p>
            <a:pPr lvl="1"/>
            <a:r>
              <a:rPr lang="ru-RU" dirty="0"/>
              <a:t>Легко расширять поведение</a:t>
            </a:r>
          </a:p>
          <a:p>
            <a:r>
              <a:rPr lang="ru-RU" dirty="0"/>
              <a:t>Минусы</a:t>
            </a:r>
          </a:p>
          <a:p>
            <a:pPr lvl="1"/>
            <a:r>
              <a:rPr lang="ru-RU" dirty="0"/>
              <a:t>Трудно переопределять операции подкласса </a:t>
            </a:r>
            <a:r>
              <a:rPr lang="en-US" dirty="0" err="1"/>
              <a:t>Adaptee</a:t>
            </a:r>
            <a:endParaRPr lang="en-US" dirty="0"/>
          </a:p>
          <a:p>
            <a:pPr lvl="2"/>
            <a:r>
              <a:rPr lang="ru-RU" dirty="0"/>
              <a:t>Нужно создавать подкласс </a:t>
            </a:r>
            <a:r>
              <a:rPr lang="en-US" dirty="0" err="1"/>
              <a:t>Adaptee</a:t>
            </a:r>
            <a:r>
              <a:rPr lang="en-US" dirty="0"/>
              <a:t> </a:t>
            </a:r>
            <a:r>
              <a:rPr lang="ru-RU" dirty="0"/>
              <a:t>и заставить</a:t>
            </a:r>
            <a:r>
              <a:rPr lang="en-US" dirty="0"/>
              <a:t> Adapter </a:t>
            </a:r>
            <a:r>
              <a:rPr lang="ru-RU" dirty="0"/>
              <a:t>ссылаться на него, а не на сам </a:t>
            </a:r>
            <a:r>
              <a:rPr lang="en-US" dirty="0" err="1"/>
              <a:t>Adaptee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67429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49933-1224-C40F-39D5-DCC788AEB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Адаптер объектов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C77DF2-B29A-127E-8455-3F70ED986972}"/>
              </a:ext>
            </a:extLst>
          </p:cNvPr>
          <p:cNvSpPr txBox="1"/>
          <p:nvPr/>
        </p:nvSpPr>
        <p:spPr>
          <a:xfrm>
            <a:off x="5087888" y="6243338"/>
            <a:ext cx="66247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Адаптер может работать с любыми наследниками адаптируемого интерфейса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A62CA5-3044-45EA-8BD5-AAFFDACD4A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158994"/>
            <a:ext cx="10515600" cy="368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133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Адаптер классов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06514" y="5444661"/>
            <a:ext cx="43953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Вместо композиции </a:t>
            </a:r>
            <a:r>
              <a:rPr lang="en-US" dirty="0"/>
              <a:t>Adapter </a:t>
            </a:r>
            <a:r>
              <a:rPr lang="ru-RU" dirty="0"/>
              <a:t>наследуется от </a:t>
            </a:r>
            <a:r>
              <a:rPr lang="en-US" dirty="0"/>
              <a:t>Target </a:t>
            </a:r>
            <a:r>
              <a:rPr lang="ru-RU" dirty="0"/>
              <a:t>и </a:t>
            </a:r>
            <a:r>
              <a:rPr lang="en-US" dirty="0" err="1"/>
              <a:t>Adaptee</a:t>
            </a:r>
            <a:endParaRPr lang="ru-RU" dirty="0"/>
          </a:p>
        </p:txBody>
      </p:sp>
      <p:sp>
        <p:nvSpPr>
          <p:cNvPr id="7" name="Полилиния 6"/>
          <p:cNvSpPr/>
          <p:nvPr/>
        </p:nvSpPr>
        <p:spPr>
          <a:xfrm>
            <a:off x="9395995" y="4722214"/>
            <a:ext cx="528697" cy="711200"/>
          </a:xfrm>
          <a:custGeom>
            <a:avLst/>
            <a:gdLst>
              <a:gd name="connsiteX0" fmla="*/ 449943 w 528697"/>
              <a:gd name="connsiteY0" fmla="*/ 711200 h 711200"/>
              <a:gd name="connsiteX1" fmla="*/ 493486 w 528697"/>
              <a:gd name="connsiteY1" fmla="*/ 275771 h 711200"/>
              <a:gd name="connsiteX2" fmla="*/ 0 w 528697"/>
              <a:gd name="connsiteY2" fmla="*/ 0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8697" h="711200">
                <a:moveTo>
                  <a:pt x="449943" y="711200"/>
                </a:moveTo>
                <a:cubicBezTo>
                  <a:pt x="509209" y="552752"/>
                  <a:pt x="568476" y="394304"/>
                  <a:pt x="493486" y="275771"/>
                </a:cubicBezTo>
                <a:cubicBezTo>
                  <a:pt x="418496" y="157238"/>
                  <a:pt x="209248" y="78619"/>
                  <a:pt x="0" y="0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67895A5-04A7-E74D-6E66-89FD77545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12135" y="1674598"/>
            <a:ext cx="10167732" cy="3508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1020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Адаптер классов</a:t>
            </a:r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Адаптер наследуется от </a:t>
            </a:r>
            <a:r>
              <a:rPr lang="en-US" dirty="0"/>
              <a:t>Target </a:t>
            </a:r>
            <a:r>
              <a:rPr lang="ru-RU" dirty="0"/>
              <a:t>и </a:t>
            </a:r>
            <a:r>
              <a:rPr lang="en-US" dirty="0" err="1"/>
              <a:t>Adaptee</a:t>
            </a:r>
            <a:r>
              <a:rPr lang="ru-RU" dirty="0"/>
              <a:t>.</a:t>
            </a:r>
          </a:p>
          <a:p>
            <a:r>
              <a:rPr lang="ru-RU" dirty="0"/>
              <a:t>Плюсы</a:t>
            </a:r>
          </a:p>
          <a:p>
            <a:pPr lvl="1"/>
            <a:r>
              <a:rPr lang="ru-RU" dirty="0"/>
              <a:t>Адаптер может переопределить поведение адаптируемого класса</a:t>
            </a:r>
          </a:p>
          <a:p>
            <a:pPr lvl="1"/>
            <a:r>
              <a:rPr lang="ru-RU" dirty="0"/>
              <a:t>Меньше объектов – всё объединено в одном</a:t>
            </a:r>
          </a:p>
          <a:p>
            <a:r>
              <a:rPr lang="ru-RU" dirty="0"/>
              <a:t>Минусы</a:t>
            </a:r>
          </a:p>
          <a:p>
            <a:pPr lvl="1"/>
            <a:r>
              <a:rPr lang="ru-RU" dirty="0"/>
              <a:t>Подходит только для конкретного класса, а не для всей иерархии</a:t>
            </a:r>
          </a:p>
          <a:p>
            <a:pPr lvl="2"/>
            <a:r>
              <a:rPr lang="ru-RU" dirty="0"/>
              <a:t>В</a:t>
            </a:r>
            <a:r>
              <a:rPr lang="en-US" dirty="0"/>
              <a:t> C++ </a:t>
            </a:r>
            <a:r>
              <a:rPr lang="ru-RU" dirty="0"/>
              <a:t>можно уменьшить дублирование кода, используя шаблоны</a:t>
            </a:r>
          </a:p>
          <a:p>
            <a:pPr lvl="1"/>
            <a:r>
              <a:rPr lang="ru-RU" dirty="0"/>
              <a:t>Требуется поддержка множественного наследования</a:t>
            </a:r>
          </a:p>
        </p:txBody>
      </p:sp>
    </p:spTree>
    <p:extLst>
      <p:ext uri="{BB962C8B-B14F-4D97-AF65-F5344CB8AC3E}">
        <p14:creationId xmlns:p14="http://schemas.microsoft.com/office/powerpoint/2010/main" val="1763110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DA22EF5-A694-F051-301B-FEF30A2B41C2}"/>
              </a:ext>
            </a:extLst>
          </p:cNvPr>
          <p:cNvSpPr txBox="1"/>
          <p:nvPr/>
        </p:nvSpPr>
        <p:spPr>
          <a:xfrm>
            <a:off x="0" y="-1"/>
            <a:ext cx="6096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Target 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~Target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endParaRPr lang="en-US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Adaptee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SpecificRequest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Operation1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Operation2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Operation3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Operation1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Operation2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Adaptee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::Operation2()</a:t>
            </a:r>
            <a:r>
              <a:rPr lang="en-US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Operation3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Adaptee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::Operation2()</a:t>
            </a:r>
            <a:r>
              <a:rPr lang="en-US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2AF941-3F12-0901-6AA4-BB74A612BEBC}"/>
              </a:ext>
            </a:extLst>
          </p:cNvPr>
          <p:cNvSpPr txBox="1"/>
          <p:nvPr/>
        </p:nvSpPr>
        <p:spPr>
          <a:xfrm>
            <a:off x="6096000" y="1628800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ConcreteAdaptee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Adaptee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Operation1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 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ConcreteAdaptee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::Operation1</a:t>
            </a:r>
            <a:r>
              <a:rPr lang="en-US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Operation3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ConcreteAdaptee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::Operation2()</a:t>
            </a:r>
            <a:r>
              <a:rPr lang="en-US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642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E4ED71-5FB3-7ECE-CC0C-AB13069C9473}"/>
              </a:ext>
            </a:extLst>
          </p:cNvPr>
          <p:cNvSpPr txBox="1"/>
          <p:nvPr/>
        </p:nvSpPr>
        <p:spPr>
          <a:xfrm>
            <a:off x="0" y="1"/>
            <a:ext cx="12192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AdapteeType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Adaptee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AdapteeType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 должен быть наследником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Adaptee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requires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derived_from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AdapteeType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Adaptee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AdapteeToTargetAdapter</a:t>
            </a:r>
            <a:endParaRPr lang="en-US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: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Target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AdapteeType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 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this-&gt;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нужен, чтобы сказать компилятору,</a:t>
            </a: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   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что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SpecificRequest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— это метод текущего объекта,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унаследованный от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AdapteeType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SpecificRequest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Operation1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override 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Переопределяем операцию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из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AdapteeType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AdapteeToTargetAdapter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::Operation1</a:t>
            </a:r>
            <a:r>
              <a:rPr lang="en-US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7045E4-A0B3-8EE0-9BE2-1DFDC95AC935}"/>
              </a:ext>
            </a:extLst>
          </p:cNvPr>
          <p:cNvSpPr txBox="1"/>
          <p:nvPr/>
        </p:nvSpPr>
        <p:spPr>
          <a:xfrm>
            <a:off x="0" y="5188379"/>
            <a:ext cx="56886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TestClient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4986B7-C420-03C6-B333-2F707160D696}"/>
              </a:ext>
            </a:extLst>
          </p:cNvPr>
          <p:cNvSpPr txBox="1"/>
          <p:nvPr/>
        </p:nvSpPr>
        <p:spPr>
          <a:xfrm>
            <a:off x="5283796" y="4826675"/>
            <a:ext cx="691276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AdapteeToTargetAdapter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adapter1;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TestClient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(adapter1);</a:t>
            </a: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AdapteeToTargetAdapter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ConcreteAdaptee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adapter2;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TestClient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(adapter2);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08590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Применимость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Нужно заставить старый код работать с новым интерфейсом, не переписывания ни код библиотеки, ни код клиента</a:t>
            </a:r>
          </a:p>
          <a:p>
            <a:r>
              <a:rPr lang="ru-RU" dirty="0"/>
              <a:t>Интерфейсы несовместимы, но по смыслу делают одно и то же</a:t>
            </a:r>
          </a:p>
          <a:p>
            <a:r>
              <a:rPr lang="ru-RU" dirty="0"/>
              <a:t>Клиенту не важно, как происходит именно вызов</a:t>
            </a:r>
          </a:p>
        </p:txBody>
      </p:sp>
    </p:spTree>
    <p:extLst>
      <p:ext uri="{BB962C8B-B14F-4D97-AF65-F5344CB8AC3E}">
        <p14:creationId xmlns:p14="http://schemas.microsoft.com/office/powerpoint/2010/main" val="5522848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Объем работы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Сложность реализации адаптера пропорциональна размеру целевого интерфейса</a:t>
            </a:r>
          </a:p>
          <a:p>
            <a:pPr lvl="1"/>
            <a:r>
              <a:rPr lang="ru-RU" dirty="0"/>
              <a:t>Альтернатива – переписывать код клиентов</a:t>
            </a:r>
          </a:p>
        </p:txBody>
      </p:sp>
    </p:spTree>
    <p:extLst>
      <p:ext uri="{BB962C8B-B14F-4D97-AF65-F5344CB8AC3E}">
        <p14:creationId xmlns:p14="http://schemas.microsoft.com/office/powerpoint/2010/main" val="21691180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Препятствия использованию адаптеров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Зависимость клиента от конкретных классов</a:t>
            </a:r>
          </a:p>
          <a:p>
            <a:pPr lvl="1"/>
            <a:r>
              <a:rPr lang="ru-RU" dirty="0"/>
              <a:t>Адаптер легче внедрить в код, зависящий от интерфейсов</a:t>
            </a:r>
          </a:p>
          <a:p>
            <a:r>
              <a:rPr lang="ru-RU" dirty="0"/>
              <a:t>Замаскированные зависимости от конкретных классов</a:t>
            </a:r>
          </a:p>
          <a:p>
            <a:pPr lvl="1"/>
            <a:r>
              <a:rPr lang="ru-RU" dirty="0"/>
              <a:t>Код внешне зависит от интерфейсов, но внутри использует приведение типа вниз по иерархии</a:t>
            </a:r>
          </a:p>
        </p:txBody>
      </p:sp>
    </p:spTree>
    <p:extLst>
      <p:ext uri="{BB962C8B-B14F-4D97-AF65-F5344CB8AC3E}">
        <p14:creationId xmlns:p14="http://schemas.microsoft.com/office/powerpoint/2010/main" val="688508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Сравнение Адаптера и Декоратора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Декоратор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Не изменяет интерфейс, но добавляет новое поведение</a:t>
            </a:r>
          </a:p>
          <a:p>
            <a:r>
              <a:rPr lang="ru-RU" dirty="0"/>
              <a:t>Код клиентов не изменяется при добавлении поведения в систему</a:t>
            </a:r>
          </a:p>
          <a:p>
            <a:r>
              <a:rPr lang="ru-RU" dirty="0"/>
              <a:t>Если нужно добавить фичу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Адаптер</a:t>
            </a:r>
          </a:p>
        </p:txBody>
      </p:sp>
      <p:sp>
        <p:nvSpPr>
          <p:cNvPr id="7" name="Объект 6"/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Изменяет интерфейс, чтобы старый код мог работать с новым объектом</a:t>
            </a:r>
          </a:p>
          <a:p>
            <a:r>
              <a:rPr lang="ru-RU" dirty="0"/>
              <a:t>Код клиентов не изменяется при смене интерфейса адаптируемого класса</a:t>
            </a:r>
          </a:p>
          <a:p>
            <a:r>
              <a:rPr lang="ru-RU" dirty="0"/>
              <a:t>Если нужно «перевести общение» с объектом на другой язык</a:t>
            </a:r>
          </a:p>
        </p:txBody>
      </p:sp>
    </p:spTree>
    <p:extLst>
      <p:ext uri="{BB962C8B-B14F-4D97-AF65-F5344CB8AC3E}">
        <p14:creationId xmlns:p14="http://schemas.microsoft.com/office/powerpoint/2010/main" val="839266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BDB01D1-A915-4401-81C3-BD16ADF70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Сравнение Адаптера и Декоратора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B35936D-4019-4429-BFB6-16CC6C507E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6857" y="1556792"/>
            <a:ext cx="8378285" cy="5199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5857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8246168-4F6C-8966-392B-0C523242C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Адаптер в функциональном стиле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4685E7-E1B4-CE9B-BF96-C6CD44F020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9213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2DF6FA-C5EF-CACE-082E-F3DFC5E83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Адаптер в функциональном стиле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286B3D-31F7-7F31-D136-CF59D2954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ОО-парадигме – класс, реализующий один интерфейс и содержащий ссылку на другой объект</a:t>
            </a:r>
          </a:p>
          <a:p>
            <a:r>
              <a:rPr lang="ru-RU" dirty="0"/>
              <a:t>Функциональный адаптер — это функция, которая преобразует одну функцию в другую, с другой сигнатурой или контрактом.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9778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D0CBF10-DDE5-269D-FBA9-A31CE99EA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Пример: адаптер в </a:t>
            </a:r>
            <a:r>
              <a:rPr lang="en-US" dirty="0"/>
              <a:t>TypeScript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FA7691-07C9-D3F5-3AEA-EFFB3F7C34B4}"/>
              </a:ext>
            </a:extLst>
          </p:cNvPr>
          <p:cNvSpPr txBox="1"/>
          <p:nvPr/>
        </p:nvSpPr>
        <p:spPr>
          <a:xfrm>
            <a:off x="838200" y="1690688"/>
            <a:ext cx="105156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Клиент ожидает функцию вида: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Handler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А у нас есть старая функция с другим интерфейсом: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LegacyHandler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{ name: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legacyHandler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LegacyHandler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Hello,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.name);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Функциональный адаптер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adaptHandler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LegacyHandler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Handler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 name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Использование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handler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Handler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adaptHandler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legacyHandler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handler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Alice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Hello, Alice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67403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6AB7C-ABD2-F2C6-2223-FE4A31071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Адаптер с преобразованием результата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1D712D-04F9-8E2B-01B6-AB32A0924DE1}"/>
              </a:ext>
            </a:extLst>
          </p:cNvPr>
          <p:cNvSpPr txBox="1"/>
          <p:nvPr/>
        </p:nvSpPr>
        <p:spPr>
          <a:xfrm>
            <a:off x="838200" y="1484784"/>
            <a:ext cx="1029836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Старое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API: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синхронная функция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ApiV1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Новое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API: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возвращает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Promise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ApiV2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Исходная синхронная функция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apiV1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ApiV1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User #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Адаптер: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ApiV1 → ApiV2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adaptApi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ApiV1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ApiV2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Использование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api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adaptApi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apiV1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api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User #42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})();</a:t>
            </a:r>
          </a:p>
        </p:txBody>
      </p:sp>
    </p:spTree>
    <p:extLst>
      <p:ext uri="{BB962C8B-B14F-4D97-AF65-F5344CB8AC3E}">
        <p14:creationId xmlns:p14="http://schemas.microsoft.com/office/powerpoint/2010/main" val="26655381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ECE6A-9E43-DFD5-B5D0-3B8251FCF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– Адаптер в </a:t>
            </a:r>
            <a:r>
              <a:rPr lang="en-US" dirty="0"/>
              <a:t>C++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13C23C-9DBF-EC36-DF7A-1054C219AA4E}"/>
              </a:ext>
            </a:extLst>
          </p:cNvPr>
          <p:cNvSpPr txBox="1"/>
          <p:nvPr/>
        </p:nvSpPr>
        <p:spPr>
          <a:xfrm>
            <a:off x="838200" y="1484784"/>
            <a:ext cx="10946432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Исходная функция</a:t>
            </a:r>
            <a:endParaRPr lang="ru-RU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LegacyHandler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sz="17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7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&amp;,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)&gt;;</a:t>
            </a:r>
          </a:p>
          <a:p>
            <a:pPr>
              <a:buNone/>
            </a:pPr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Новый интерфейс</a:t>
            </a:r>
            <a:endParaRPr lang="ru-RU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NewHandler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sz="17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)&gt;;</a:t>
            </a:r>
            <a:b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Функциональный адаптер</a:t>
            </a:r>
            <a:endParaRPr lang="ru-RU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7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NewHandler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adaptHandler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LegacyHandler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legacy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sz="17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[=](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7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legacy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LegacyHandler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oldFn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[](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7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7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7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Hello </a:t>
            </a:r>
            <a:r>
              <a:rPr lang="en-US" sz="17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7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7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id = </a:t>
            </a:r>
            <a:r>
              <a:rPr lang="en-US" sz="17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7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7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7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7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newFn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7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adaptHandler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oldFn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Alice</a:t>
            </a:r>
            <a:r>
              <a:rPr lang="en-US" sz="17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newFn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377001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CF89FE8-F598-1DB7-755C-A1086695D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Функциональные адаптеры в реальной практике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8DF2C7-292F-0CB1-C419-2CF57BB33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callback</a:t>
            </a:r>
            <a:r>
              <a:rPr lang="ru-RU" dirty="0"/>
              <a:t> → </a:t>
            </a:r>
            <a:r>
              <a:rPr lang="ru-RU" dirty="0" err="1"/>
              <a:t>promise</a:t>
            </a:r>
            <a:r>
              <a:rPr lang="ru-RU" dirty="0"/>
              <a:t> / </a:t>
            </a:r>
            <a:r>
              <a:rPr lang="ru-RU" dirty="0" err="1"/>
              <a:t>future</a:t>
            </a:r>
            <a:endParaRPr lang="ru-RU" dirty="0"/>
          </a:p>
          <a:p>
            <a:r>
              <a:rPr lang="ru-RU" dirty="0" err="1"/>
              <a:t>sync</a:t>
            </a:r>
            <a:r>
              <a:rPr lang="ru-RU" dirty="0"/>
              <a:t> → </a:t>
            </a:r>
            <a:r>
              <a:rPr lang="ru-RU" dirty="0" err="1"/>
              <a:t>async</a:t>
            </a:r>
            <a:endParaRPr lang="ru-RU" dirty="0"/>
          </a:p>
          <a:p>
            <a:r>
              <a:rPr lang="ru-RU" dirty="0"/>
              <a:t>изменение формата данных</a:t>
            </a:r>
          </a:p>
          <a:p>
            <a:r>
              <a:rPr lang="ru-RU" dirty="0"/>
              <a:t>частичное применение аргументов</a:t>
            </a:r>
          </a:p>
          <a:p>
            <a:r>
              <a:rPr lang="ru-RU" dirty="0"/>
              <a:t>перестановка аргументов</a:t>
            </a:r>
          </a:p>
          <a:p>
            <a:r>
              <a:rPr lang="ru-RU" dirty="0"/>
              <a:t>адаптация к внешним API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4850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E6A48-5CB4-DBD0-BD6A-91F356C8E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Идея функционального адаптера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FC159-9CC1-1AE2-6DE9-64D05E53B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Функциональный адаптер — это способ выразить ту же идею, но средствами функционального программирования</a:t>
            </a:r>
          </a:p>
          <a:p>
            <a:r>
              <a:rPr lang="ru-RU" dirty="0"/>
              <a:t>Суть — инкапсулировать различия между интерфейсами</a:t>
            </a:r>
          </a:p>
          <a:p>
            <a:r>
              <a:rPr lang="ru-RU" dirty="0"/>
              <a:t>Адаптер делает взаимодействие возможным без изменения исходного кода</a:t>
            </a:r>
          </a:p>
          <a:p>
            <a:r>
              <a:rPr lang="ru-RU" dirty="0"/>
              <a:t>Паттерн привязан не к парадигме, а к самой идее совместимости интерфейсов.</a:t>
            </a:r>
          </a:p>
        </p:txBody>
      </p:sp>
    </p:spTree>
    <p:extLst>
      <p:ext uri="{BB962C8B-B14F-4D97-AF65-F5344CB8AC3E}">
        <p14:creationId xmlns:p14="http://schemas.microsoft.com/office/powerpoint/2010/main" val="8945394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24BDEE-2880-EEAA-816B-9CC479F61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использования паттерна «Адаптер»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3773DD9-F0A9-2D66-3283-B43EDA7B81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1180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использования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Адаптеры, инкапсулирующие доступ к различным базам данных</a:t>
            </a:r>
          </a:p>
          <a:p>
            <a:r>
              <a:rPr lang="ru-RU" dirty="0"/>
              <a:t>Адаптеры к графическим </a:t>
            </a:r>
            <a:r>
              <a:rPr lang="en-US" dirty="0"/>
              <a:t>API</a:t>
            </a:r>
            <a:endParaRPr lang="ru-RU" dirty="0"/>
          </a:p>
          <a:p>
            <a:r>
              <a:rPr lang="ru-RU" dirty="0"/>
              <a:t>Адаптеры для доступа к данным в стандартизованных элементах управления</a:t>
            </a:r>
          </a:p>
        </p:txBody>
      </p:sp>
    </p:spTree>
    <p:extLst>
      <p:ext uri="{BB962C8B-B14F-4D97-AF65-F5344CB8AC3E}">
        <p14:creationId xmlns:p14="http://schemas.microsoft.com/office/powerpoint/2010/main" val="1582725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 – элемент управления «список»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261036"/>
            <a:ext cx="2376264" cy="2885636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9776" y="2261036"/>
            <a:ext cx="2860011" cy="2099380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6160" y="2261036"/>
            <a:ext cx="3486030" cy="346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5577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Описание задачи</a:t>
            </a:r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Разработать компонент «Список», способный отображать данные произвольного рода в виде списка</a:t>
            </a:r>
          </a:p>
          <a:p>
            <a:pPr lvl="1"/>
            <a:r>
              <a:rPr lang="ru-RU" dirty="0"/>
              <a:t>Текст</a:t>
            </a:r>
          </a:p>
          <a:p>
            <a:pPr lvl="1"/>
            <a:r>
              <a:rPr lang="ru-RU" dirty="0"/>
              <a:t>Список пользователей</a:t>
            </a:r>
          </a:p>
          <a:p>
            <a:pPr lvl="1"/>
            <a:r>
              <a:rPr lang="ru-RU" dirty="0"/>
              <a:t>Список писем</a:t>
            </a:r>
          </a:p>
          <a:p>
            <a:r>
              <a:rPr lang="ru-RU" dirty="0"/>
              <a:t>Клиенты должны иметь возможность гибко настраивать внешний вид элементов</a:t>
            </a:r>
            <a:endParaRPr lang="en-US" dirty="0"/>
          </a:p>
          <a:p>
            <a:pPr lvl="1"/>
            <a:r>
              <a:rPr lang="ru-RU" dirty="0"/>
              <a:t>Заранее неизвестно, как именно</a:t>
            </a:r>
          </a:p>
        </p:txBody>
      </p:sp>
    </p:spTree>
    <p:extLst>
      <p:ext uri="{BB962C8B-B14F-4D97-AF65-F5344CB8AC3E}">
        <p14:creationId xmlns:p14="http://schemas.microsoft.com/office/powerpoint/2010/main" val="2582112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Варианты решения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Разработать </a:t>
            </a:r>
            <a:r>
              <a:rPr lang="en-US" dirty="0"/>
              <a:t>N </a:t>
            </a:r>
            <a:r>
              <a:rPr lang="ru-RU" dirty="0"/>
              <a:t>классов списков</a:t>
            </a:r>
            <a:endParaRPr lang="en-US" dirty="0"/>
          </a:p>
          <a:p>
            <a:pPr lvl="1"/>
            <a:r>
              <a:rPr lang="ru-RU" dirty="0"/>
              <a:t>Дублирование кода</a:t>
            </a:r>
          </a:p>
          <a:p>
            <a:r>
              <a:rPr lang="ru-RU" dirty="0"/>
              <a:t>Сделать мега-класс списка, позволяющим настраивать внешний вид элементов</a:t>
            </a:r>
          </a:p>
          <a:p>
            <a:pPr lvl="1"/>
            <a:r>
              <a:rPr lang="ru-RU" dirty="0"/>
              <a:t>Как быть с нестандартным внешним видом</a:t>
            </a:r>
            <a:r>
              <a:rPr lang="en-US" dirty="0"/>
              <a:t>?</a:t>
            </a:r>
          </a:p>
          <a:p>
            <a:r>
              <a:rPr lang="ru-RU" dirty="0"/>
              <a:t>Список отображает массив визуальных элементов, передаваемых извне</a:t>
            </a:r>
          </a:p>
          <a:p>
            <a:pPr lvl="1"/>
            <a:r>
              <a:rPr lang="ru-RU" dirty="0"/>
              <a:t>Подходит лишь для небольших списков</a:t>
            </a:r>
          </a:p>
          <a:p>
            <a:r>
              <a:rPr lang="ru-RU" dirty="0"/>
              <a:t>Передавать списку адаптер для динамического создания элементов списка</a:t>
            </a:r>
          </a:p>
        </p:txBody>
      </p:sp>
    </p:spTree>
    <p:extLst>
      <p:ext uri="{BB962C8B-B14F-4D97-AF65-F5344CB8AC3E}">
        <p14:creationId xmlns:p14="http://schemas.microsoft.com/office/powerpoint/2010/main" val="284267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Передавать массив </a:t>
            </a:r>
            <a:r>
              <a:rPr lang="en-US" dirty="0" err="1"/>
              <a:t>IListItemView</a:t>
            </a:r>
            <a:endParaRPr lang="ru-R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5971C7-396D-453E-9FF6-A4DF6BF90D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520" y="1772816"/>
            <a:ext cx="7236296" cy="48278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4B1361-F11C-44D4-9C5E-03376B617A92}"/>
              </a:ext>
            </a:extLst>
          </p:cNvPr>
          <p:cNvSpPr txBox="1"/>
          <p:nvPr/>
        </p:nvSpPr>
        <p:spPr>
          <a:xfrm>
            <a:off x="8472264" y="5589240"/>
            <a:ext cx="2386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Покритикуйте его</a:t>
            </a:r>
          </a:p>
        </p:txBody>
      </p:sp>
    </p:spTree>
    <p:extLst>
      <p:ext uri="{BB962C8B-B14F-4D97-AF65-F5344CB8AC3E}">
        <p14:creationId xmlns:p14="http://schemas.microsoft.com/office/powerpoint/2010/main" val="16798264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Рисунок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9734" y="683400"/>
            <a:ext cx="8732532" cy="5491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65487" y="4820072"/>
            <a:ext cx="4071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Конкретные реализации элементов списка</a:t>
            </a:r>
          </a:p>
        </p:txBody>
      </p:sp>
      <p:grpSp>
        <p:nvGrpSpPr>
          <p:cNvPr id="26" name="Группа 25"/>
          <p:cNvGrpSpPr/>
          <p:nvPr/>
        </p:nvGrpSpPr>
        <p:grpSpPr>
          <a:xfrm>
            <a:off x="1055440" y="3564125"/>
            <a:ext cx="2620939" cy="778471"/>
            <a:chOff x="-468560" y="3564125"/>
            <a:chExt cx="2620939" cy="778471"/>
          </a:xfrm>
        </p:grpSpPr>
        <p:sp>
          <p:nvSpPr>
            <p:cNvPr id="7" name="TextBox 6"/>
            <p:cNvSpPr txBox="1"/>
            <p:nvPr/>
          </p:nvSpPr>
          <p:spPr>
            <a:xfrm>
              <a:off x="-468560" y="3564125"/>
              <a:ext cx="262093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400" dirty="0"/>
                <a:t>Адаптирует доступ списка к базе пользователей</a:t>
              </a:r>
            </a:p>
          </p:txBody>
        </p:sp>
        <p:sp>
          <p:nvSpPr>
            <p:cNvPr id="14" name="Полилиния 13"/>
            <p:cNvSpPr/>
            <p:nvPr/>
          </p:nvSpPr>
          <p:spPr>
            <a:xfrm>
              <a:off x="992181" y="4181894"/>
              <a:ext cx="800100" cy="160702"/>
            </a:xfrm>
            <a:custGeom>
              <a:avLst/>
              <a:gdLst>
                <a:gd name="connsiteX0" fmla="*/ 0 w 800100"/>
                <a:gd name="connsiteY0" fmla="*/ 0 h 160702"/>
                <a:gd name="connsiteX1" fmla="*/ 431800 w 800100"/>
                <a:gd name="connsiteY1" fmla="*/ 152400 h 160702"/>
                <a:gd name="connsiteX2" fmla="*/ 800100 w 800100"/>
                <a:gd name="connsiteY2" fmla="*/ 127000 h 160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00100" h="160702">
                  <a:moveTo>
                    <a:pt x="0" y="0"/>
                  </a:moveTo>
                  <a:cubicBezTo>
                    <a:pt x="149225" y="65616"/>
                    <a:pt x="298450" y="131233"/>
                    <a:pt x="431800" y="152400"/>
                  </a:cubicBezTo>
                  <a:cubicBezTo>
                    <a:pt x="565150" y="173567"/>
                    <a:pt x="682625" y="150283"/>
                    <a:pt x="800100" y="127000"/>
                  </a:cubicBezTo>
                </a:path>
              </a:pathLst>
            </a:cu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4" name="Группа 23"/>
          <p:cNvGrpSpPr/>
          <p:nvPr/>
        </p:nvGrpSpPr>
        <p:grpSpPr>
          <a:xfrm>
            <a:off x="3842496" y="54551"/>
            <a:ext cx="3503358" cy="916277"/>
            <a:chOff x="2318496" y="54550"/>
            <a:chExt cx="3503358" cy="916277"/>
          </a:xfrm>
        </p:grpSpPr>
        <p:sp>
          <p:nvSpPr>
            <p:cNvPr id="5" name="TextBox 4"/>
            <p:cNvSpPr txBox="1"/>
            <p:nvPr/>
          </p:nvSpPr>
          <p:spPr>
            <a:xfrm>
              <a:off x="2318496" y="54550"/>
              <a:ext cx="350335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400" dirty="0"/>
                <a:t>Целевой интерфейс. Предоставляет доступ к элементам списка</a:t>
              </a:r>
            </a:p>
          </p:txBody>
        </p:sp>
        <p:sp>
          <p:nvSpPr>
            <p:cNvPr id="15" name="Полилиния 14"/>
            <p:cNvSpPr/>
            <p:nvPr/>
          </p:nvSpPr>
          <p:spPr>
            <a:xfrm>
              <a:off x="4860032" y="551727"/>
              <a:ext cx="25767" cy="419100"/>
            </a:xfrm>
            <a:custGeom>
              <a:avLst/>
              <a:gdLst>
                <a:gd name="connsiteX0" fmla="*/ 0 w 25767"/>
                <a:gd name="connsiteY0" fmla="*/ 0 h 419100"/>
                <a:gd name="connsiteX1" fmla="*/ 25400 w 25767"/>
                <a:gd name="connsiteY1" fmla="*/ 241300 h 419100"/>
                <a:gd name="connsiteX2" fmla="*/ 12700 w 25767"/>
                <a:gd name="connsiteY2" fmla="*/ 419100 h 41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767" h="419100">
                  <a:moveTo>
                    <a:pt x="0" y="0"/>
                  </a:moveTo>
                  <a:cubicBezTo>
                    <a:pt x="11641" y="85725"/>
                    <a:pt x="23283" y="171450"/>
                    <a:pt x="25400" y="241300"/>
                  </a:cubicBezTo>
                  <a:cubicBezTo>
                    <a:pt x="27517" y="311150"/>
                    <a:pt x="20108" y="365125"/>
                    <a:pt x="12700" y="419100"/>
                  </a:cubicBezTo>
                </a:path>
              </a:pathLst>
            </a:cu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5" name="Группа 24"/>
          <p:cNvGrpSpPr/>
          <p:nvPr/>
        </p:nvGrpSpPr>
        <p:grpSpPr>
          <a:xfrm>
            <a:off x="8346072" y="107366"/>
            <a:ext cx="3503357" cy="1288950"/>
            <a:chOff x="6822072" y="107365"/>
            <a:chExt cx="3503357" cy="1288950"/>
          </a:xfrm>
        </p:grpSpPr>
        <p:sp>
          <p:nvSpPr>
            <p:cNvPr id="11" name="TextBox 10"/>
            <p:cNvSpPr txBox="1"/>
            <p:nvPr/>
          </p:nvSpPr>
          <p:spPr>
            <a:xfrm>
              <a:off x="6822072" y="107365"/>
              <a:ext cx="35033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400" dirty="0"/>
                <a:t>Интерфейс, который должны реализовывать все элементы списка</a:t>
              </a:r>
            </a:p>
          </p:txBody>
        </p:sp>
        <p:sp>
          <p:nvSpPr>
            <p:cNvPr id="17" name="Полилиния 16"/>
            <p:cNvSpPr/>
            <p:nvPr/>
          </p:nvSpPr>
          <p:spPr>
            <a:xfrm>
              <a:off x="7550095" y="735915"/>
              <a:ext cx="901700" cy="660400"/>
            </a:xfrm>
            <a:custGeom>
              <a:avLst/>
              <a:gdLst>
                <a:gd name="connsiteX0" fmla="*/ 901700 w 901700"/>
                <a:gd name="connsiteY0" fmla="*/ 0 h 660400"/>
                <a:gd name="connsiteX1" fmla="*/ 431800 w 901700"/>
                <a:gd name="connsiteY1" fmla="*/ 469900 h 660400"/>
                <a:gd name="connsiteX2" fmla="*/ 0 w 901700"/>
                <a:gd name="connsiteY2" fmla="*/ 660400 h 660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01700" h="660400">
                  <a:moveTo>
                    <a:pt x="901700" y="0"/>
                  </a:moveTo>
                  <a:cubicBezTo>
                    <a:pt x="741891" y="179916"/>
                    <a:pt x="582083" y="359833"/>
                    <a:pt x="431800" y="469900"/>
                  </a:cubicBezTo>
                  <a:cubicBezTo>
                    <a:pt x="281517" y="579967"/>
                    <a:pt x="140758" y="620183"/>
                    <a:pt x="0" y="660400"/>
                  </a:cubicBezTo>
                </a:path>
              </a:pathLst>
            </a:cu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3" name="Группа 22"/>
          <p:cNvGrpSpPr/>
          <p:nvPr/>
        </p:nvGrpSpPr>
        <p:grpSpPr>
          <a:xfrm>
            <a:off x="804931" y="887631"/>
            <a:ext cx="3628540" cy="1301514"/>
            <a:chOff x="-719070" y="887630"/>
            <a:chExt cx="3628540" cy="1301514"/>
          </a:xfrm>
        </p:grpSpPr>
        <p:sp>
          <p:nvSpPr>
            <p:cNvPr id="6" name="TextBox 5"/>
            <p:cNvSpPr txBox="1"/>
            <p:nvPr/>
          </p:nvSpPr>
          <p:spPr>
            <a:xfrm>
              <a:off x="-719070" y="936831"/>
              <a:ext cx="2822547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400" dirty="0"/>
                <a:t>Список использует  интерфейс </a:t>
              </a:r>
              <a:r>
                <a:rPr lang="en-US" sz="1400" dirty="0" err="1"/>
                <a:t>IListViewDataSource</a:t>
              </a:r>
              <a:r>
                <a:rPr lang="ru-RU" sz="1400" dirty="0"/>
                <a:t> для получения элементов</a:t>
              </a:r>
            </a:p>
          </p:txBody>
        </p:sp>
        <p:sp>
          <p:nvSpPr>
            <p:cNvPr id="18" name="Полилиния 17"/>
            <p:cNvSpPr/>
            <p:nvPr/>
          </p:nvSpPr>
          <p:spPr>
            <a:xfrm>
              <a:off x="611560" y="1770044"/>
              <a:ext cx="139700" cy="419100"/>
            </a:xfrm>
            <a:custGeom>
              <a:avLst/>
              <a:gdLst>
                <a:gd name="connsiteX0" fmla="*/ 139700 w 139700"/>
                <a:gd name="connsiteY0" fmla="*/ 0 h 419100"/>
                <a:gd name="connsiteX1" fmla="*/ 38100 w 139700"/>
                <a:gd name="connsiteY1" fmla="*/ 190500 h 419100"/>
                <a:gd name="connsiteX2" fmla="*/ 0 w 139700"/>
                <a:gd name="connsiteY2" fmla="*/ 419100 h 41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700" h="419100">
                  <a:moveTo>
                    <a:pt x="139700" y="0"/>
                  </a:moveTo>
                  <a:cubicBezTo>
                    <a:pt x="100541" y="60325"/>
                    <a:pt x="61383" y="120650"/>
                    <a:pt x="38100" y="190500"/>
                  </a:cubicBezTo>
                  <a:cubicBezTo>
                    <a:pt x="14817" y="260350"/>
                    <a:pt x="7408" y="339725"/>
                    <a:pt x="0" y="419100"/>
                  </a:cubicBezTo>
                </a:path>
              </a:pathLst>
            </a:cu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олилиния 19"/>
            <p:cNvSpPr/>
            <p:nvPr/>
          </p:nvSpPr>
          <p:spPr>
            <a:xfrm>
              <a:off x="1893470" y="887630"/>
              <a:ext cx="1016000" cy="166395"/>
            </a:xfrm>
            <a:custGeom>
              <a:avLst/>
              <a:gdLst>
                <a:gd name="connsiteX0" fmla="*/ 0 w 1016000"/>
                <a:gd name="connsiteY0" fmla="*/ 166395 h 166395"/>
                <a:gd name="connsiteX1" fmla="*/ 457200 w 1016000"/>
                <a:gd name="connsiteY1" fmla="*/ 1295 h 166395"/>
                <a:gd name="connsiteX2" fmla="*/ 1016000 w 1016000"/>
                <a:gd name="connsiteY2" fmla="*/ 102895 h 16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6000" h="166395">
                  <a:moveTo>
                    <a:pt x="0" y="166395"/>
                  </a:moveTo>
                  <a:cubicBezTo>
                    <a:pt x="143933" y="89136"/>
                    <a:pt x="287867" y="11878"/>
                    <a:pt x="457200" y="1295"/>
                  </a:cubicBezTo>
                  <a:cubicBezTo>
                    <a:pt x="626533" y="-9288"/>
                    <a:pt x="821266" y="46803"/>
                    <a:pt x="1016000" y="102895"/>
                  </a:cubicBezTo>
                </a:path>
              </a:pathLst>
            </a:cu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7" name="Группа 26"/>
          <p:cNvGrpSpPr/>
          <p:nvPr/>
        </p:nvGrpSpPr>
        <p:grpSpPr>
          <a:xfrm>
            <a:off x="2423592" y="6045200"/>
            <a:ext cx="2643724" cy="630274"/>
            <a:chOff x="899592" y="6045200"/>
            <a:chExt cx="2643724" cy="630274"/>
          </a:xfrm>
        </p:grpSpPr>
        <p:sp>
          <p:nvSpPr>
            <p:cNvPr id="9" name="TextBox 8"/>
            <p:cNvSpPr txBox="1"/>
            <p:nvPr/>
          </p:nvSpPr>
          <p:spPr>
            <a:xfrm>
              <a:off x="899592" y="6367697"/>
              <a:ext cx="26437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400" dirty="0"/>
                <a:t>Адаптируемый интерфейс</a:t>
              </a:r>
            </a:p>
          </p:txBody>
        </p:sp>
        <p:sp>
          <p:nvSpPr>
            <p:cNvPr id="22" name="Полилиния 21"/>
            <p:cNvSpPr/>
            <p:nvPr/>
          </p:nvSpPr>
          <p:spPr>
            <a:xfrm>
              <a:off x="1549400" y="6045200"/>
              <a:ext cx="177800" cy="355600"/>
            </a:xfrm>
            <a:custGeom>
              <a:avLst/>
              <a:gdLst>
                <a:gd name="connsiteX0" fmla="*/ 177800 w 177800"/>
                <a:gd name="connsiteY0" fmla="*/ 355600 h 355600"/>
                <a:gd name="connsiteX1" fmla="*/ 50800 w 177800"/>
                <a:gd name="connsiteY1" fmla="*/ 190500 h 355600"/>
                <a:gd name="connsiteX2" fmla="*/ 0 w 177800"/>
                <a:gd name="connsiteY2" fmla="*/ 0 h 35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7800" h="355600">
                  <a:moveTo>
                    <a:pt x="177800" y="355600"/>
                  </a:moveTo>
                  <a:cubicBezTo>
                    <a:pt x="129116" y="302683"/>
                    <a:pt x="80433" y="249767"/>
                    <a:pt x="50800" y="190500"/>
                  </a:cubicBezTo>
                  <a:cubicBezTo>
                    <a:pt x="21167" y="131233"/>
                    <a:pt x="10583" y="65616"/>
                    <a:pt x="0" y="0"/>
                  </a:cubicBezTo>
                </a:path>
              </a:pathLst>
            </a:cu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" name="Freeform 1"/>
          <p:cNvSpPr/>
          <p:nvPr/>
        </p:nvSpPr>
        <p:spPr>
          <a:xfrm>
            <a:off x="1631004" y="2398837"/>
            <a:ext cx="8745166" cy="1008344"/>
          </a:xfrm>
          <a:custGeom>
            <a:avLst/>
            <a:gdLst>
              <a:gd name="connsiteX0" fmla="*/ 0 w 8745166"/>
              <a:gd name="connsiteY0" fmla="*/ 996116 h 1008344"/>
              <a:gd name="connsiteX1" fmla="*/ 1099226 w 8745166"/>
              <a:gd name="connsiteY1" fmla="*/ 976661 h 1008344"/>
              <a:gd name="connsiteX2" fmla="*/ 3112851 w 8745166"/>
              <a:gd name="connsiteY2" fmla="*/ 723742 h 1008344"/>
              <a:gd name="connsiteX3" fmla="*/ 4367719 w 8745166"/>
              <a:gd name="connsiteY3" fmla="*/ 159537 h 1008344"/>
              <a:gd name="connsiteX4" fmla="*/ 6449439 w 8745166"/>
              <a:gd name="connsiteY4" fmla="*/ 3895 h 1008344"/>
              <a:gd name="connsiteX5" fmla="*/ 8745166 w 8745166"/>
              <a:gd name="connsiteY5" fmla="*/ 62261 h 1008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45166" h="1008344">
                <a:moveTo>
                  <a:pt x="0" y="996116"/>
                </a:moveTo>
                <a:cubicBezTo>
                  <a:pt x="290209" y="1009086"/>
                  <a:pt x="580418" y="1022057"/>
                  <a:pt x="1099226" y="976661"/>
                </a:cubicBezTo>
                <a:cubicBezTo>
                  <a:pt x="1618034" y="931265"/>
                  <a:pt x="2568102" y="859929"/>
                  <a:pt x="3112851" y="723742"/>
                </a:cubicBezTo>
                <a:cubicBezTo>
                  <a:pt x="3657600" y="587555"/>
                  <a:pt x="3811621" y="279511"/>
                  <a:pt x="4367719" y="159537"/>
                </a:cubicBezTo>
                <a:cubicBezTo>
                  <a:pt x="4923817" y="39563"/>
                  <a:pt x="5719865" y="20108"/>
                  <a:pt x="6449439" y="3895"/>
                </a:cubicBezTo>
                <a:cubicBezTo>
                  <a:pt x="7179013" y="-12318"/>
                  <a:pt x="7962089" y="24971"/>
                  <a:pt x="8745166" y="62261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4145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решения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ListView</a:t>
            </a:r>
            <a:r>
              <a:rPr lang="ru-RU" dirty="0"/>
              <a:t> использует интерфейс </a:t>
            </a:r>
            <a:r>
              <a:rPr lang="en-US" dirty="0" err="1"/>
              <a:t>IListViewDataSource</a:t>
            </a:r>
            <a:endParaRPr lang="ru-RU" dirty="0"/>
          </a:p>
          <a:p>
            <a:pPr lvl="1"/>
            <a:r>
              <a:rPr lang="ru-RU" dirty="0"/>
              <a:t>Узнать количество элементов в списке</a:t>
            </a:r>
          </a:p>
          <a:p>
            <a:pPr lvl="1"/>
            <a:r>
              <a:rPr lang="ru-RU" dirty="0"/>
              <a:t>Создание визуального элемента списка по его индексу, когда в нем возникнет необходимость</a:t>
            </a:r>
            <a:endParaRPr lang="en-US" dirty="0"/>
          </a:p>
          <a:p>
            <a:r>
              <a:rPr lang="ru-RU" dirty="0"/>
              <a:t>Адаптер</a:t>
            </a:r>
            <a:r>
              <a:rPr lang="en-US" dirty="0"/>
              <a:t> </a:t>
            </a:r>
            <a:r>
              <a:rPr lang="en-US" dirty="0" err="1"/>
              <a:t>UserListViewDataSource</a:t>
            </a:r>
            <a:r>
              <a:rPr lang="ru-RU" dirty="0"/>
              <a:t> создает</a:t>
            </a:r>
            <a:r>
              <a:rPr lang="en-US" dirty="0"/>
              <a:t> </a:t>
            </a:r>
            <a:r>
              <a:rPr lang="ru-RU" dirty="0"/>
              <a:t>экземпляры </a:t>
            </a:r>
            <a:r>
              <a:rPr lang="en-US" dirty="0" err="1"/>
              <a:t>UserListItemView</a:t>
            </a:r>
            <a:r>
              <a:rPr lang="ru-RU" dirty="0"/>
              <a:t>, адаптируя доступ к базе данных</a:t>
            </a:r>
          </a:p>
        </p:txBody>
      </p:sp>
    </p:spTree>
    <p:extLst>
      <p:ext uri="{BB962C8B-B14F-4D97-AF65-F5344CB8AC3E}">
        <p14:creationId xmlns:p14="http://schemas.microsoft.com/office/powerpoint/2010/main" val="1984696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55F5-016F-4376-A70A-19606E417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Пример, подключить клиента к одному из</a:t>
            </a:r>
            <a:r>
              <a:rPr lang="en-US" dirty="0"/>
              <a:t> Text to Speech </a:t>
            </a:r>
            <a:r>
              <a:rPr lang="ru-RU" dirty="0"/>
              <a:t>сервисов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E42182-66EF-49D6-BFBE-E58E9E7904C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2708920"/>
            <a:ext cx="7884368" cy="2097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3082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D1210-223D-4B13-AA91-72D5F1DB6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Адаптер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96C40E-5FC2-45CA-9B5B-3B67044116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512" y="2060848"/>
            <a:ext cx="8748464" cy="4547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4421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6F035-D071-4681-ABD6-9A8B6A5CD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Работа с несколькими</a:t>
            </a:r>
            <a:r>
              <a:rPr lang="en-US" dirty="0"/>
              <a:t> TTS-</a:t>
            </a:r>
            <a:r>
              <a:rPr lang="ru-RU" dirty="0"/>
              <a:t>сервисами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D16D9F-4538-4935-891B-FB8A44CDAE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71464" y="1338499"/>
            <a:ext cx="8964487" cy="4988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2126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</a:t>
            </a:r>
            <a:r>
              <a:rPr lang="ru-RU"/>
              <a:t>за внимание</a:t>
            </a:r>
            <a:endParaRPr lang="ru-RU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19032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e3d76ef14b68551efe76d848fb79814b3eefebdf"/>
  <p:tag name="ISPRING_RESOURCE_FOLDER" val="H:\teaching\institutps\2016\ood\lectures\07\07 - Адаптер, Фасад\"/>
  <p:tag name="ISPRING_PRESENTATION_PATH" val="H:\teaching\institutps\2016\ood\lectures\07\07 - Адаптер, Фасад.pptx"/>
  <p:tag name="ISPRING_PROJECT_FOLDER_UPDATED" val="1"/>
  <p:tag name="ISPRING_SCREEN_RECS_UPDATED" val="H:\teaching\institutps\2016\ood\lectures\07\07 - Адаптер, Фасад"/>
  <p:tag name="ISPRING_UUID" val="{77CEB02E-0205-4D42-AC68-BCD00A9879B0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5103</TotalTime>
  <Words>3873</Words>
  <Application>Microsoft Office PowerPoint</Application>
  <PresentationFormat>Widescreen</PresentationFormat>
  <Paragraphs>491</Paragraphs>
  <Slides>43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Aptos</vt:lpstr>
      <vt:lpstr>Aptos Display</vt:lpstr>
      <vt:lpstr>Arial</vt:lpstr>
      <vt:lpstr>Calibri</vt:lpstr>
      <vt:lpstr>Consolas</vt:lpstr>
      <vt:lpstr>Office Theme</vt:lpstr>
      <vt:lpstr>Паттерн проектирования «Адаптер»</vt:lpstr>
      <vt:lpstr>Адаптеры вокруг нас</vt:lpstr>
      <vt:lpstr>Ты помнишь, как все начиналось?</vt:lpstr>
      <vt:lpstr>В новой версии библиотеки изменился интерфейс</vt:lpstr>
      <vt:lpstr>Решение – переписать систему!</vt:lpstr>
      <vt:lpstr>Альтернативное решение – использовать адаптер</vt:lpstr>
      <vt:lpstr>Утки и Индюшки</vt:lpstr>
      <vt:lpstr>Адаптер, превращающий индюшек в уток</vt:lpstr>
      <vt:lpstr>Тестируем адаптер</vt:lpstr>
      <vt:lpstr>Адаптер в сказке «Три поросёнка»</vt:lpstr>
      <vt:lpstr>Работа паттерна адаптер</vt:lpstr>
      <vt:lpstr>Паттерн «Адаптер»</vt:lpstr>
      <vt:lpstr>Структура паттерна «Адаптер»</vt:lpstr>
      <vt:lpstr>Адаптер объектов</vt:lpstr>
      <vt:lpstr>Адаптер объектов</vt:lpstr>
      <vt:lpstr>Адаптер классов</vt:lpstr>
      <vt:lpstr>Адаптер классов</vt:lpstr>
      <vt:lpstr>PowerPoint Presentation</vt:lpstr>
      <vt:lpstr>PowerPoint Presentation</vt:lpstr>
      <vt:lpstr>Применимость</vt:lpstr>
      <vt:lpstr>Объем работы</vt:lpstr>
      <vt:lpstr>Препятствия использованию адаптеров</vt:lpstr>
      <vt:lpstr>Сравнение Адаптера и Декоратора</vt:lpstr>
      <vt:lpstr>Сравнение Адаптера и Декоратора</vt:lpstr>
      <vt:lpstr>Адаптер в функциональном стиле</vt:lpstr>
      <vt:lpstr>Адаптер в функциональном стиле</vt:lpstr>
      <vt:lpstr>Пример: адаптер в TypeScript</vt:lpstr>
      <vt:lpstr>Адаптер с преобразованием результата</vt:lpstr>
      <vt:lpstr>Пример – Адаптер в C++</vt:lpstr>
      <vt:lpstr>Функциональные адаптеры в реальной практике</vt:lpstr>
      <vt:lpstr>Идея функционального адаптера</vt:lpstr>
      <vt:lpstr>Примеры использования паттерна «Адаптер»</vt:lpstr>
      <vt:lpstr>Примеры использования</vt:lpstr>
      <vt:lpstr>Пример – элемент управления «список»</vt:lpstr>
      <vt:lpstr>Описание задачи</vt:lpstr>
      <vt:lpstr>Варианты решения</vt:lpstr>
      <vt:lpstr>Передавать массив IListItemView</vt:lpstr>
      <vt:lpstr>PowerPoint Presentation</vt:lpstr>
      <vt:lpstr>Анализ решения</vt:lpstr>
      <vt:lpstr>Пример, подключить клиента к одному из Text to Speech сервисов</vt:lpstr>
      <vt:lpstr>Адаптер</vt:lpstr>
      <vt:lpstr>Работа с несколькими TTS-сервисами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Vivid</dc:creator>
  <cp:lastModifiedBy>Алексей Малов</cp:lastModifiedBy>
  <cp:revision>404</cp:revision>
  <dcterms:created xsi:type="dcterms:W3CDTF">2016-02-02T19:36:42Z</dcterms:created>
  <dcterms:modified xsi:type="dcterms:W3CDTF">2026-10-22T15:25:32Z</dcterms:modified>
</cp:coreProperties>
</file>